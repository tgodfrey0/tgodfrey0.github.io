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8"/>
  </p:notesMasterIdLst>
  <p:sldIdLst>
    <p:sldId id="256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jayaratnam r.c.f. (rcfv1g18)" initials="v(" lastIdx="2" clrIdx="0">
    <p:extLst>
      <p:ext uri="{19B8F6BF-5375-455C-9EA6-DF929625EA0E}">
        <p15:presenceInfo xmlns:p15="http://schemas.microsoft.com/office/powerpoint/2012/main" userId="S::rcfv1g18@soton.ac.uk::05c908f2-f575-427d-bbaa-8c9c06637bf9" providerId="AD"/>
      </p:ext>
    </p:extLst>
  </p:cmAuthor>
  <p:cmAuthor id="2" name="Adomas Lebedys (al2u18)" initials="A(" lastIdx="4" clrIdx="1">
    <p:extLst>
      <p:ext uri="{19B8F6BF-5375-455C-9EA6-DF929625EA0E}">
        <p15:presenceInfo xmlns:p15="http://schemas.microsoft.com/office/powerpoint/2012/main" userId="S::al2u18@soton.ac.uk::13114830-c8b5-4639-b4ab-cf65fdd09d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3F3BE-B04C-46A9-BB5E-DAE6FF16473A}" v="7" dt="2023-10-05T17:45:49.578"/>
    <p1510:client id="{E07E9820-F655-674B-CDB0-E95C368BC87E}" v="30" dt="2023-10-04T21:26:57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930"/>
  </p:normalViewPr>
  <p:slideViewPr>
    <p:cSldViewPr snapToGrid="0">
      <p:cViewPr varScale="1">
        <p:scale>
          <a:sx n="108" d="100"/>
          <a:sy n="108" d="100"/>
        </p:scale>
        <p:origin x="15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aratnam r.c.f. (rcfv1g18)" userId="S::rcfv1g18@soton.ac.uk::05c908f2-f575-427d-bbaa-8c9c06637bf9" providerId="AD" clId="Web-{4E65335C-C08C-FDD7-CFEC-8C88F4C22C4B}"/>
    <pc:docChg chg="modSld">
      <pc:chgData name="vijayaratnam r.c.f. (rcfv1g18)" userId="S::rcfv1g18@soton.ac.uk::05c908f2-f575-427d-bbaa-8c9c06637bf9" providerId="AD" clId="Web-{4E65335C-C08C-FDD7-CFEC-8C88F4C22C4B}" dt="2020-10-10T11:04:14.529" v="172" actId="20577"/>
      <pc:docMkLst>
        <pc:docMk/>
      </pc:docMkLst>
      <pc:sldChg chg="modSp">
        <pc:chgData name="vijayaratnam r.c.f. (rcfv1g18)" userId="S::rcfv1g18@soton.ac.uk::05c908f2-f575-427d-bbaa-8c9c06637bf9" providerId="AD" clId="Web-{4E65335C-C08C-FDD7-CFEC-8C88F4C22C4B}" dt="2020-10-10T11:03:44.826" v="167" actId="20577"/>
        <pc:sldMkLst>
          <pc:docMk/>
          <pc:sldMk cId="2331475474" sldId="260"/>
        </pc:sldMkLst>
        <pc:spChg chg="mod">
          <ac:chgData name="vijayaratnam r.c.f. (rcfv1g18)" userId="S::rcfv1g18@soton.ac.uk::05c908f2-f575-427d-bbaa-8c9c06637bf9" providerId="AD" clId="Web-{4E65335C-C08C-FDD7-CFEC-8C88F4C22C4B}" dt="2020-10-10T11:03:44.826" v="167" actId="20577"/>
          <ac:spMkLst>
            <pc:docMk/>
            <pc:sldMk cId="2331475474" sldId="260"/>
            <ac:spMk id="3" creationId="{931ABE26-41AE-43B1-BA43-5BE035A99887}"/>
          </ac:spMkLst>
        </pc:spChg>
      </pc:sldChg>
      <pc:sldChg chg="modSp">
        <pc:chgData name="vijayaratnam r.c.f. (rcfv1g18)" userId="S::rcfv1g18@soton.ac.uk::05c908f2-f575-427d-bbaa-8c9c06637bf9" providerId="AD" clId="Web-{4E65335C-C08C-FDD7-CFEC-8C88F4C22C4B}" dt="2020-10-10T11:04:14.529" v="171" actId="20577"/>
        <pc:sldMkLst>
          <pc:docMk/>
          <pc:sldMk cId="1311911284" sldId="267"/>
        </pc:sldMkLst>
        <pc:spChg chg="mod">
          <ac:chgData name="vijayaratnam r.c.f. (rcfv1g18)" userId="S::rcfv1g18@soton.ac.uk::05c908f2-f575-427d-bbaa-8c9c06637bf9" providerId="AD" clId="Web-{4E65335C-C08C-FDD7-CFEC-8C88F4C22C4B}" dt="2020-10-10T11:04:14.529" v="171" actId="20577"/>
          <ac:spMkLst>
            <pc:docMk/>
            <pc:sldMk cId="1311911284" sldId="267"/>
            <ac:spMk id="3" creationId="{24CD1A13-BBC0-4931-95B8-55675EFF2641}"/>
          </ac:spMkLst>
        </pc:spChg>
      </pc:sldChg>
      <pc:sldChg chg="addSp modSp">
        <pc:chgData name="vijayaratnam r.c.f. (rcfv1g18)" userId="S::rcfv1g18@soton.ac.uk::05c908f2-f575-427d-bbaa-8c9c06637bf9" providerId="AD" clId="Web-{4E65335C-C08C-FDD7-CFEC-8C88F4C22C4B}" dt="2020-10-10T11:01:30.702" v="70" actId="20577"/>
        <pc:sldMkLst>
          <pc:docMk/>
          <pc:sldMk cId="4161741272" sldId="268"/>
        </pc:sldMkLst>
        <pc:spChg chg="mod">
          <ac:chgData name="vijayaratnam r.c.f. (rcfv1g18)" userId="S::rcfv1g18@soton.ac.uk::05c908f2-f575-427d-bbaa-8c9c06637bf9" providerId="AD" clId="Web-{4E65335C-C08C-FDD7-CFEC-8C88F4C22C4B}" dt="2020-10-10T11:01:30.702" v="70" actId="20577"/>
          <ac:spMkLst>
            <pc:docMk/>
            <pc:sldMk cId="4161741272" sldId="268"/>
            <ac:spMk id="2" creationId="{F614AC25-B308-49AD-BF43-F608346AB596}"/>
          </ac:spMkLst>
        </pc:spChg>
        <pc:spChg chg="mod">
          <ac:chgData name="vijayaratnam r.c.f. (rcfv1g18)" userId="S::rcfv1g18@soton.ac.uk::05c908f2-f575-427d-bbaa-8c9c06637bf9" providerId="AD" clId="Web-{4E65335C-C08C-FDD7-CFEC-8C88F4C22C4B}" dt="2020-10-10T10:56:19.299" v="0" actId="14100"/>
          <ac:spMkLst>
            <pc:docMk/>
            <pc:sldMk cId="4161741272" sldId="268"/>
            <ac:spMk id="3" creationId="{B7DCB474-29FE-4FCE-8D28-11C15F9D3496}"/>
          </ac:spMkLst>
        </pc:spChg>
        <pc:spChg chg="add mod">
          <ac:chgData name="vijayaratnam r.c.f. (rcfv1g18)" userId="S::rcfv1g18@soton.ac.uk::05c908f2-f575-427d-bbaa-8c9c06637bf9" providerId="AD" clId="Web-{4E65335C-C08C-FDD7-CFEC-8C88F4C22C4B}" dt="2020-10-10T11:00:18.420" v="40" actId="14100"/>
          <ac:spMkLst>
            <pc:docMk/>
            <pc:sldMk cId="4161741272" sldId="268"/>
            <ac:spMk id="5" creationId="{8272ECE7-745A-4C36-A9D0-32E518D9FA7A}"/>
          </ac:spMkLst>
        </pc:spChg>
        <pc:picChg chg="add mod">
          <ac:chgData name="vijayaratnam r.c.f. (rcfv1g18)" userId="S::rcfv1g18@soton.ac.uk::05c908f2-f575-427d-bbaa-8c9c06637bf9" providerId="AD" clId="Web-{4E65335C-C08C-FDD7-CFEC-8C88F4C22C4B}" dt="2020-10-10T11:00:23.670" v="41" actId="1076"/>
          <ac:picMkLst>
            <pc:docMk/>
            <pc:sldMk cId="4161741272" sldId="268"/>
            <ac:picMk id="4" creationId="{8EDD74C2-3F9F-47FF-9BB8-98F768E811C5}"/>
          </ac:picMkLst>
        </pc:picChg>
      </pc:sldChg>
    </pc:docChg>
  </pc:docChgLst>
  <pc:docChgLst>
    <pc:chgData name="Marek Frodyma (mf2g20)" userId="3b6ff9d0-c327-4f94-b329-f6f6c0af215c" providerId="ADAL" clId="{013DC512-E73C-0F47-A328-8D508F6F3670}"/>
    <pc:docChg chg="modSld">
      <pc:chgData name="Marek Frodyma (mf2g20)" userId="3b6ff9d0-c327-4f94-b329-f6f6c0af215c" providerId="ADAL" clId="{013DC512-E73C-0F47-A328-8D508F6F3670}" dt="2023-10-05T15:10:10.545" v="1" actId="20577"/>
      <pc:docMkLst>
        <pc:docMk/>
      </pc:docMkLst>
      <pc:sldChg chg="modSp mod">
        <pc:chgData name="Marek Frodyma (mf2g20)" userId="3b6ff9d0-c327-4f94-b329-f6f6c0af215c" providerId="ADAL" clId="{013DC512-E73C-0F47-A328-8D508F6F3670}" dt="2023-10-05T15:10:10.545" v="1" actId="20577"/>
        <pc:sldMkLst>
          <pc:docMk/>
          <pc:sldMk cId="2294704756" sldId="270"/>
        </pc:sldMkLst>
        <pc:spChg chg="mod">
          <ac:chgData name="Marek Frodyma (mf2g20)" userId="3b6ff9d0-c327-4f94-b329-f6f6c0af215c" providerId="ADAL" clId="{013DC512-E73C-0F47-A328-8D508F6F3670}" dt="2023-10-05T15:10:10.545" v="1" actId="20577"/>
          <ac:spMkLst>
            <pc:docMk/>
            <pc:sldMk cId="2294704756" sldId="270"/>
            <ac:spMk id="3" creationId="{E4C7E850-C7FE-ECDC-F84E-940603099641}"/>
          </ac:spMkLst>
        </pc:spChg>
      </pc:sldChg>
    </pc:docChg>
  </pc:docChgLst>
  <pc:docChgLst>
    <pc:chgData name="Timothy Brewis (tab1g19)" userId="b5fd8990-1e76-4d79-ba58-3166dbbc5086" providerId="ADAL" clId="{DF45258F-5DB7-416D-8C9E-BB0226EE1524}"/>
    <pc:docChg chg="undo custSel modSld">
      <pc:chgData name="Timothy Brewis (tab1g19)" userId="b5fd8990-1e76-4d79-ba58-3166dbbc5086" providerId="ADAL" clId="{DF45258F-5DB7-416D-8C9E-BB0226EE1524}" dt="2022-09-27T11:32:40.151" v="299" actId="20577"/>
      <pc:docMkLst>
        <pc:docMk/>
      </pc:docMkLst>
      <pc:sldChg chg="modSp mod">
        <pc:chgData name="Timothy Brewis (tab1g19)" userId="b5fd8990-1e76-4d79-ba58-3166dbbc5086" providerId="ADAL" clId="{DF45258F-5DB7-416D-8C9E-BB0226EE1524}" dt="2022-09-27T11:32:40.151" v="299" actId="20577"/>
        <pc:sldMkLst>
          <pc:docMk/>
          <pc:sldMk cId="11457054" sldId="256"/>
        </pc:sldMkLst>
        <pc:spChg chg="mod">
          <ac:chgData name="Timothy Brewis (tab1g19)" userId="b5fd8990-1e76-4d79-ba58-3166dbbc5086" providerId="ADAL" clId="{DF45258F-5DB7-416D-8C9E-BB0226EE1524}" dt="2022-09-27T11:32:40.151" v="299" actId="20577"/>
          <ac:spMkLst>
            <pc:docMk/>
            <pc:sldMk cId="11457054" sldId="256"/>
            <ac:spMk id="6" creationId="{5C4A6425-8670-4D5B-AEBC-C7C12F9A2763}"/>
          </ac:spMkLst>
        </pc:spChg>
      </pc:sldChg>
      <pc:sldChg chg="addSp delSp modSp mod">
        <pc:chgData name="Timothy Brewis (tab1g19)" userId="b5fd8990-1e76-4d79-ba58-3166dbbc5086" providerId="ADAL" clId="{DF45258F-5DB7-416D-8C9E-BB0226EE1524}" dt="2022-09-27T11:31:59.232" v="295" actId="20577"/>
        <pc:sldMkLst>
          <pc:docMk/>
          <pc:sldMk cId="2710395557" sldId="279"/>
        </pc:sldMkLst>
        <pc:spChg chg="mod">
          <ac:chgData name="Timothy Brewis (tab1g19)" userId="b5fd8990-1e76-4d79-ba58-3166dbbc5086" providerId="ADAL" clId="{DF45258F-5DB7-416D-8C9E-BB0226EE1524}" dt="2022-09-27T11:31:30.575" v="258" actId="20577"/>
          <ac:spMkLst>
            <pc:docMk/>
            <pc:sldMk cId="2710395557" sldId="279"/>
            <ac:spMk id="8" creationId="{65AD38CC-5AF5-4B1D-A495-CB2A29D5FBAA}"/>
          </ac:spMkLst>
        </pc:spChg>
        <pc:spChg chg="mod">
          <ac:chgData name="Timothy Brewis (tab1g19)" userId="b5fd8990-1e76-4d79-ba58-3166dbbc5086" providerId="ADAL" clId="{DF45258F-5DB7-416D-8C9E-BB0226EE1524}" dt="2022-09-27T11:31:59.232" v="295" actId="20577"/>
          <ac:spMkLst>
            <pc:docMk/>
            <pc:sldMk cId="2710395557" sldId="279"/>
            <ac:spMk id="10" creationId="{4F94F5C6-4113-47D8-9295-127FE683F5BC}"/>
          </ac:spMkLst>
        </pc:spChg>
        <pc:spChg chg="mod">
          <ac:chgData name="Timothy Brewis (tab1g19)" userId="b5fd8990-1e76-4d79-ba58-3166dbbc5086" providerId="ADAL" clId="{DF45258F-5DB7-416D-8C9E-BB0226EE1524}" dt="2022-09-27T10:58:16.128" v="219" actId="20577"/>
          <ac:spMkLst>
            <pc:docMk/>
            <pc:sldMk cId="2710395557" sldId="279"/>
            <ac:spMk id="11" creationId="{249E84A8-A17B-42BF-BE1B-564CE4685C7A}"/>
          </ac:spMkLst>
        </pc:spChg>
        <pc:spChg chg="mod">
          <ac:chgData name="Timothy Brewis (tab1g19)" userId="b5fd8990-1e76-4d79-ba58-3166dbbc5086" providerId="ADAL" clId="{DF45258F-5DB7-416D-8C9E-BB0226EE1524}" dt="2022-09-27T10:56:48.308" v="175" actId="20577"/>
          <ac:spMkLst>
            <pc:docMk/>
            <pc:sldMk cId="2710395557" sldId="279"/>
            <ac:spMk id="12" creationId="{9F211AFB-CBC7-45D1-A64D-E185CFD620F4}"/>
          </ac:spMkLst>
        </pc:spChg>
        <pc:spChg chg="mod">
          <ac:chgData name="Timothy Brewis (tab1g19)" userId="b5fd8990-1e76-4d79-ba58-3166dbbc5086" providerId="ADAL" clId="{DF45258F-5DB7-416D-8C9E-BB0226EE1524}" dt="2022-09-27T10:55:24.886" v="81" actId="1076"/>
          <ac:spMkLst>
            <pc:docMk/>
            <pc:sldMk cId="2710395557" sldId="279"/>
            <ac:spMk id="14" creationId="{5C6CC0F2-2312-49F2-BBA5-D924E56505E4}"/>
          </ac:spMkLst>
        </pc:spChg>
        <pc:spChg chg="mod">
          <ac:chgData name="Timothy Brewis (tab1g19)" userId="b5fd8990-1e76-4d79-ba58-3166dbbc5086" providerId="ADAL" clId="{DF45258F-5DB7-416D-8C9E-BB0226EE1524}" dt="2022-09-27T10:56:07.129" v="122" actId="20577"/>
          <ac:spMkLst>
            <pc:docMk/>
            <pc:sldMk cId="2710395557" sldId="279"/>
            <ac:spMk id="16" creationId="{7154C87A-52B3-4BE1-90CE-35DA30F802AB}"/>
          </ac:spMkLst>
        </pc:spChg>
        <pc:spChg chg="mod">
          <ac:chgData name="Timothy Brewis (tab1g19)" userId="b5fd8990-1e76-4d79-ba58-3166dbbc5086" providerId="ADAL" clId="{DF45258F-5DB7-416D-8C9E-BB0226EE1524}" dt="2022-09-27T10:56:31.350" v="153" actId="20577"/>
          <ac:spMkLst>
            <pc:docMk/>
            <pc:sldMk cId="2710395557" sldId="279"/>
            <ac:spMk id="17" creationId="{E1EC66B0-706E-4482-9271-4634E692A0DD}"/>
          </ac:spMkLst>
        </pc:spChg>
        <pc:spChg chg="mod">
          <ac:chgData name="Timothy Brewis (tab1g19)" userId="b5fd8990-1e76-4d79-ba58-3166dbbc5086" providerId="ADAL" clId="{DF45258F-5DB7-416D-8C9E-BB0226EE1524}" dt="2022-09-27T10:55:56.789" v="104" actId="20577"/>
          <ac:spMkLst>
            <pc:docMk/>
            <pc:sldMk cId="2710395557" sldId="279"/>
            <ac:spMk id="18" creationId="{7C269EC9-4120-4BDA-ABCD-B699FF1DEADD}"/>
          </ac:spMkLst>
        </pc:spChg>
        <pc:spChg chg="mod">
          <ac:chgData name="Timothy Brewis (tab1g19)" userId="b5fd8990-1e76-4d79-ba58-3166dbbc5086" providerId="ADAL" clId="{DF45258F-5DB7-416D-8C9E-BB0226EE1524}" dt="2022-09-27T10:56:00.133" v="105" actId="20577"/>
          <ac:spMkLst>
            <pc:docMk/>
            <pc:sldMk cId="2710395557" sldId="279"/>
            <ac:spMk id="19" creationId="{C3B73E6E-E32A-458B-87B4-07B7BF76ADBE}"/>
          </ac:spMkLst>
        </pc:spChg>
        <pc:grpChg chg="del">
          <ac:chgData name="Timothy Brewis (tab1g19)" userId="b5fd8990-1e76-4d79-ba58-3166dbbc5086" providerId="ADAL" clId="{DF45258F-5DB7-416D-8C9E-BB0226EE1524}" dt="2022-09-27T10:51:53.113" v="2" actId="478"/>
          <ac:grpSpMkLst>
            <pc:docMk/>
            <pc:sldMk cId="2710395557" sldId="279"/>
            <ac:grpSpMk id="7" creationId="{DFF02AFF-6E63-4701-B866-4E7031B55F24}"/>
          </ac:grpSpMkLst>
        </pc:grpChg>
        <pc:grpChg chg="add mod">
          <ac:chgData name="Timothy Brewis (tab1g19)" userId="b5fd8990-1e76-4d79-ba58-3166dbbc5086" providerId="ADAL" clId="{DF45258F-5DB7-416D-8C9E-BB0226EE1524}" dt="2022-09-27T10:55:15.823" v="79" actId="1076"/>
          <ac:grpSpMkLst>
            <pc:docMk/>
            <pc:sldMk cId="2710395557" sldId="279"/>
            <ac:grpSpMk id="13" creationId="{701EB609-4464-410D-9540-3F29D79D2A05}"/>
          </ac:grpSpMkLst>
        </pc:grpChg>
        <pc:grpChg chg="mod">
          <ac:chgData name="Timothy Brewis (tab1g19)" userId="b5fd8990-1e76-4d79-ba58-3166dbbc5086" providerId="ADAL" clId="{DF45258F-5DB7-416D-8C9E-BB0226EE1524}" dt="2022-09-27T10:55:09.208" v="78" actId="1076"/>
          <ac:grpSpMkLst>
            <pc:docMk/>
            <pc:sldMk cId="2710395557" sldId="279"/>
            <ac:grpSpMk id="15" creationId="{E92B51B3-6CD7-43C7-9B89-A46BE6292964}"/>
          </ac:grpSpMkLst>
        </pc:grpChg>
        <pc:picChg chg="del">
          <ac:chgData name="Timothy Brewis (tab1g19)" userId="b5fd8990-1e76-4d79-ba58-3166dbbc5086" providerId="ADAL" clId="{DF45258F-5DB7-416D-8C9E-BB0226EE1524}" dt="2022-09-27T10:51:52.113" v="1" actId="478"/>
          <ac:picMkLst>
            <pc:docMk/>
            <pc:sldMk cId="2710395557" sldId="279"/>
            <ac:picMk id="3" creationId="{AECC0642-BC3F-43C8-91FC-EFF740810574}"/>
          </ac:picMkLst>
        </pc:picChg>
        <pc:picChg chg="del">
          <ac:chgData name="Timothy Brewis (tab1g19)" userId="b5fd8990-1e76-4d79-ba58-3166dbbc5086" providerId="ADAL" clId="{DF45258F-5DB7-416D-8C9E-BB0226EE1524}" dt="2022-09-27T10:51:50.824" v="0" actId="478"/>
          <ac:picMkLst>
            <pc:docMk/>
            <pc:sldMk cId="2710395557" sldId="279"/>
            <ac:picMk id="6" creationId="{D664C124-2FF8-41F1-B37C-3FE852235C92}"/>
          </ac:picMkLst>
        </pc:picChg>
        <pc:picChg chg="add mod">
          <ac:chgData name="Timothy Brewis (tab1g19)" userId="b5fd8990-1e76-4d79-ba58-3166dbbc5086" providerId="ADAL" clId="{DF45258F-5DB7-416D-8C9E-BB0226EE1524}" dt="2022-09-27T10:55:15.823" v="79" actId="1076"/>
          <ac:picMkLst>
            <pc:docMk/>
            <pc:sldMk cId="2710395557" sldId="279"/>
            <ac:picMk id="9" creationId="{9B59E772-24BA-4BCE-9D56-85682DA32DC2}"/>
          </ac:picMkLst>
        </pc:picChg>
        <pc:picChg chg="add mod">
          <ac:chgData name="Timothy Brewis (tab1g19)" userId="b5fd8990-1e76-4d79-ba58-3166dbbc5086" providerId="ADAL" clId="{DF45258F-5DB7-416D-8C9E-BB0226EE1524}" dt="2022-09-27T10:55:15.823" v="79" actId="1076"/>
          <ac:picMkLst>
            <pc:docMk/>
            <pc:sldMk cId="2710395557" sldId="279"/>
            <ac:picMk id="20" creationId="{E62D99D5-76CC-4E24-9732-224321F81C77}"/>
          </ac:picMkLst>
        </pc:picChg>
        <pc:picChg chg="add mod">
          <ac:chgData name="Timothy Brewis (tab1g19)" userId="b5fd8990-1e76-4d79-ba58-3166dbbc5086" providerId="ADAL" clId="{DF45258F-5DB7-416D-8C9E-BB0226EE1524}" dt="2022-09-27T10:55:15.823" v="79" actId="1076"/>
          <ac:picMkLst>
            <pc:docMk/>
            <pc:sldMk cId="2710395557" sldId="279"/>
            <ac:picMk id="21" creationId="{9E47C4E8-6D2F-4C61-AD37-7AC5858A1376}"/>
          </ac:picMkLst>
        </pc:picChg>
        <pc:picChg chg="add mod">
          <ac:chgData name="Timothy Brewis (tab1g19)" userId="b5fd8990-1e76-4d79-ba58-3166dbbc5086" providerId="ADAL" clId="{DF45258F-5DB7-416D-8C9E-BB0226EE1524}" dt="2022-09-27T10:55:15.823" v="79" actId="1076"/>
          <ac:picMkLst>
            <pc:docMk/>
            <pc:sldMk cId="2710395557" sldId="279"/>
            <ac:picMk id="22" creationId="{346B0626-F1CC-49D6-ABA8-CB6C56F70230}"/>
          </ac:picMkLst>
        </pc:picChg>
        <pc:picChg chg="add mod">
          <ac:chgData name="Timothy Brewis (tab1g19)" userId="b5fd8990-1e76-4d79-ba58-3166dbbc5086" providerId="ADAL" clId="{DF45258F-5DB7-416D-8C9E-BB0226EE1524}" dt="2022-09-27T10:55:09.208" v="78" actId="1076"/>
          <ac:picMkLst>
            <pc:docMk/>
            <pc:sldMk cId="2710395557" sldId="279"/>
            <ac:picMk id="23" creationId="{16ADB9AA-8E56-44B0-A667-43F628407155}"/>
          </ac:picMkLst>
        </pc:picChg>
        <pc:picChg chg="add mod">
          <ac:chgData name="Timothy Brewis (tab1g19)" userId="b5fd8990-1e76-4d79-ba58-3166dbbc5086" providerId="ADAL" clId="{DF45258F-5DB7-416D-8C9E-BB0226EE1524}" dt="2022-09-27T10:55:09.208" v="78" actId="1076"/>
          <ac:picMkLst>
            <pc:docMk/>
            <pc:sldMk cId="2710395557" sldId="279"/>
            <ac:picMk id="24" creationId="{C1D711F7-39D8-4748-BC33-D81E388DD09A}"/>
          </ac:picMkLst>
        </pc:picChg>
        <pc:picChg chg="add mod">
          <ac:chgData name="Timothy Brewis (tab1g19)" userId="b5fd8990-1e76-4d79-ba58-3166dbbc5086" providerId="ADAL" clId="{DF45258F-5DB7-416D-8C9E-BB0226EE1524}" dt="2022-09-27T10:55:09.208" v="78" actId="1076"/>
          <ac:picMkLst>
            <pc:docMk/>
            <pc:sldMk cId="2710395557" sldId="279"/>
            <ac:picMk id="25" creationId="{991DEE78-9DF4-4A2D-820B-E657C220B2A2}"/>
          </ac:picMkLst>
        </pc:picChg>
        <pc:picChg chg="add mod">
          <ac:chgData name="Timothy Brewis (tab1g19)" userId="b5fd8990-1e76-4d79-ba58-3166dbbc5086" providerId="ADAL" clId="{DF45258F-5DB7-416D-8C9E-BB0226EE1524}" dt="2022-09-27T10:55:09.208" v="78" actId="1076"/>
          <ac:picMkLst>
            <pc:docMk/>
            <pc:sldMk cId="2710395557" sldId="279"/>
            <ac:picMk id="26" creationId="{87BD734E-4C3E-47B0-A729-B4B34A0EE032}"/>
          </ac:picMkLst>
        </pc:picChg>
      </pc:sldChg>
    </pc:docChg>
  </pc:docChgLst>
  <pc:docChgLst>
    <pc:chgData name="Marek Frodyma (mf2g20)" userId="3b6ff9d0-c327-4f94-b329-f6f6c0af215c" providerId="ADAL" clId="{A7152DB9-610D-4D61-AADA-80A26D43BE76}"/>
    <pc:docChg chg="addSld modSld">
      <pc:chgData name="Marek Frodyma (mf2g20)" userId="3b6ff9d0-c327-4f94-b329-f6f6c0af215c" providerId="ADAL" clId="{A7152DB9-610D-4D61-AADA-80A26D43BE76}" dt="2022-10-01T14:39:50.818" v="43" actId="20577"/>
      <pc:docMkLst>
        <pc:docMk/>
      </pc:docMkLst>
      <pc:sldChg chg="modSp mod">
        <pc:chgData name="Marek Frodyma (mf2g20)" userId="3b6ff9d0-c327-4f94-b329-f6f6c0af215c" providerId="ADAL" clId="{A7152DB9-610D-4D61-AADA-80A26D43BE76}" dt="2022-10-01T14:39:50.818" v="43" actId="20577"/>
        <pc:sldMkLst>
          <pc:docMk/>
          <pc:sldMk cId="3603265051" sldId="284"/>
        </pc:sldMkLst>
        <pc:spChg chg="mod">
          <ac:chgData name="Marek Frodyma (mf2g20)" userId="3b6ff9d0-c327-4f94-b329-f6f6c0af215c" providerId="ADAL" clId="{A7152DB9-610D-4D61-AADA-80A26D43BE76}" dt="2022-10-01T14:39:50.818" v="43" actId="20577"/>
          <ac:spMkLst>
            <pc:docMk/>
            <pc:sldMk cId="3603265051" sldId="284"/>
            <ac:spMk id="3" creationId="{EB07A1C3-9FE0-4343-8BF7-4BF5AA865A93}"/>
          </ac:spMkLst>
        </pc:spChg>
      </pc:sldChg>
      <pc:sldChg chg="addSp delSp modSp new mod modAnim">
        <pc:chgData name="Marek Frodyma (mf2g20)" userId="3b6ff9d0-c327-4f94-b329-f6f6c0af215c" providerId="ADAL" clId="{A7152DB9-610D-4D61-AADA-80A26D43BE76}" dt="2022-10-01T10:52:20.632" v="40"/>
        <pc:sldMkLst>
          <pc:docMk/>
          <pc:sldMk cId="4210811391" sldId="285"/>
        </pc:sldMkLst>
        <pc:spChg chg="mod">
          <ac:chgData name="Marek Frodyma (mf2g20)" userId="3b6ff9d0-c327-4f94-b329-f6f6c0af215c" providerId="ADAL" clId="{A7152DB9-610D-4D61-AADA-80A26D43BE76}" dt="2022-10-01T10:49:39.376" v="10" actId="20577"/>
          <ac:spMkLst>
            <pc:docMk/>
            <pc:sldMk cId="4210811391" sldId="285"/>
            <ac:spMk id="2" creationId="{0B6327DB-E37E-4EB5-85BD-AB099F2B8E1D}"/>
          </ac:spMkLst>
        </pc:spChg>
        <pc:spChg chg="add del mod">
          <ac:chgData name="Marek Frodyma (mf2g20)" userId="3b6ff9d0-c327-4f94-b329-f6f6c0af215c" providerId="ADAL" clId="{A7152DB9-610D-4D61-AADA-80A26D43BE76}" dt="2022-10-01T10:50:00.594" v="31"/>
          <ac:spMkLst>
            <pc:docMk/>
            <pc:sldMk cId="4210811391" sldId="285"/>
            <ac:spMk id="4" creationId="{DD3709E9-7DC0-4EE0-ABE2-B2217FA6A564}"/>
          </ac:spMkLst>
        </pc:spChg>
        <pc:spChg chg="add mod">
          <ac:chgData name="Marek Frodyma (mf2g20)" userId="3b6ff9d0-c327-4f94-b329-f6f6c0af215c" providerId="ADAL" clId="{A7152DB9-610D-4D61-AADA-80A26D43BE76}" dt="2022-10-01T10:49:59.447" v="29" actId="20577"/>
          <ac:spMkLst>
            <pc:docMk/>
            <pc:sldMk cId="4210811391" sldId="285"/>
            <ac:spMk id="5" creationId="{891C4569-EF5B-4D2C-9915-BEBE1D5D845E}"/>
          </ac:spMkLst>
        </pc:spChg>
        <pc:picChg chg="add mod">
          <ac:chgData name="Marek Frodyma (mf2g20)" userId="3b6ff9d0-c327-4f94-b329-f6f6c0af215c" providerId="ADAL" clId="{A7152DB9-610D-4D61-AADA-80A26D43BE76}" dt="2022-10-01T10:49:31.014" v="3" actId="14100"/>
          <ac:picMkLst>
            <pc:docMk/>
            <pc:sldMk cId="4210811391" sldId="285"/>
            <ac:picMk id="1026" creationId="{FE29D2C6-2974-43CA-A3AB-8CADA2E8B238}"/>
          </ac:picMkLst>
        </pc:picChg>
      </pc:sldChg>
    </pc:docChg>
  </pc:docChgLst>
  <pc:docChgLst>
    <pc:chgData name="o'brien m.a. (mao1g19)" userId="S::mao1g19@soton.ac.uk::4b27b8f5-9906-47a1-b728-23f13a5402b6" providerId="AD" clId="Web-{E55A1802-D976-09F9-08A4-5F4FA33C62AA}"/>
    <pc:docChg chg="modSld">
      <pc:chgData name="o'brien m.a. (mao1g19)" userId="S::mao1g19@soton.ac.uk::4b27b8f5-9906-47a1-b728-23f13a5402b6" providerId="AD" clId="Web-{E55A1802-D976-09F9-08A4-5F4FA33C62AA}" dt="2020-10-13T17:44:45.869" v="74"/>
      <pc:docMkLst>
        <pc:docMk/>
      </pc:docMkLst>
      <pc:sldChg chg="modNotes">
        <pc:chgData name="o'brien m.a. (mao1g19)" userId="S::mao1g19@soton.ac.uk::4b27b8f5-9906-47a1-b728-23f13a5402b6" providerId="AD" clId="Web-{E55A1802-D976-09F9-08A4-5F4FA33C62AA}" dt="2020-10-13T17:44:45.869" v="74"/>
        <pc:sldMkLst>
          <pc:docMk/>
          <pc:sldMk cId="4003261114" sldId="265"/>
        </pc:sldMkLst>
      </pc:sldChg>
      <pc:sldChg chg="modSp">
        <pc:chgData name="o'brien m.a. (mao1g19)" userId="S::mao1g19@soton.ac.uk::4b27b8f5-9906-47a1-b728-23f13a5402b6" providerId="AD" clId="Web-{E55A1802-D976-09F9-08A4-5F4FA33C62AA}" dt="2020-10-13T16:48:43.224" v="66" actId="20577"/>
        <pc:sldMkLst>
          <pc:docMk/>
          <pc:sldMk cId="1471488346" sldId="270"/>
        </pc:sldMkLst>
        <pc:spChg chg="mod">
          <ac:chgData name="o'brien m.a. (mao1g19)" userId="S::mao1g19@soton.ac.uk::4b27b8f5-9906-47a1-b728-23f13a5402b6" providerId="AD" clId="Web-{E55A1802-D976-09F9-08A4-5F4FA33C62AA}" dt="2020-10-13T16:48:43.224" v="66" actId="20577"/>
          <ac:spMkLst>
            <pc:docMk/>
            <pc:sldMk cId="1471488346" sldId="270"/>
            <ac:spMk id="3" creationId="{613E2BF4-4FA7-4E8E-9645-2A27C075BAF9}"/>
          </ac:spMkLst>
        </pc:spChg>
      </pc:sldChg>
    </pc:docChg>
  </pc:docChgLst>
  <pc:docChgLst>
    <pc:chgData name="Marek Frodyma (mf2g20)" userId="3b6ff9d0-c327-4f94-b329-f6f6c0af215c" providerId="ADAL" clId="{69EDDD5C-E81A-AE46-B660-C717C9855404}"/>
    <pc:docChg chg="custSel addSld modSld">
      <pc:chgData name="Marek Frodyma (mf2g20)" userId="3b6ff9d0-c327-4f94-b329-f6f6c0af215c" providerId="ADAL" clId="{69EDDD5C-E81A-AE46-B660-C717C9855404}" dt="2023-09-27T11:04:04.680" v="960" actId="478"/>
      <pc:docMkLst>
        <pc:docMk/>
      </pc:docMkLst>
      <pc:sldChg chg="modSp mod modNotesTx">
        <pc:chgData name="Marek Frodyma (mf2g20)" userId="3b6ff9d0-c327-4f94-b329-f6f6c0af215c" providerId="ADAL" clId="{69EDDD5C-E81A-AE46-B660-C717C9855404}" dt="2023-09-27T10:17:41.135" v="616" actId="20577"/>
        <pc:sldMkLst>
          <pc:docMk/>
          <pc:sldMk cId="2331475474" sldId="260"/>
        </pc:sldMkLst>
        <pc:spChg chg="mod">
          <ac:chgData name="Marek Frodyma (mf2g20)" userId="3b6ff9d0-c327-4f94-b329-f6f6c0af215c" providerId="ADAL" clId="{69EDDD5C-E81A-AE46-B660-C717C9855404}" dt="2023-09-27T10:10:04.857" v="595" actId="20577"/>
          <ac:spMkLst>
            <pc:docMk/>
            <pc:sldMk cId="2331475474" sldId="260"/>
            <ac:spMk id="3" creationId="{931ABE26-41AE-43B1-BA43-5BE035A99887}"/>
          </ac:spMkLst>
        </pc:spChg>
        <pc:spChg chg="mod">
          <ac:chgData name="Marek Frodyma (mf2g20)" userId="3b6ff9d0-c327-4f94-b329-f6f6c0af215c" providerId="ADAL" clId="{69EDDD5C-E81A-AE46-B660-C717C9855404}" dt="2023-09-27T10:08:45.413" v="463" actId="1076"/>
          <ac:spMkLst>
            <pc:docMk/>
            <pc:sldMk cId="2331475474" sldId="260"/>
            <ac:spMk id="5" creationId="{A7DD02B2-1CC5-464B-81C0-1E26BB6ED51C}"/>
          </ac:spMkLst>
        </pc:spChg>
        <pc:picChg chg="mod">
          <ac:chgData name="Marek Frodyma (mf2g20)" userId="3b6ff9d0-c327-4f94-b329-f6f6c0af215c" providerId="ADAL" clId="{69EDDD5C-E81A-AE46-B660-C717C9855404}" dt="2023-09-27T10:08:39.477" v="462" actId="1076"/>
          <ac:picMkLst>
            <pc:docMk/>
            <pc:sldMk cId="2331475474" sldId="260"/>
            <ac:picMk id="4" creationId="{C385854E-DD4C-4428-9135-439278546FB4}"/>
          </ac:picMkLst>
        </pc:picChg>
      </pc:sldChg>
      <pc:sldChg chg="addSp delSp modSp mod">
        <pc:chgData name="Marek Frodyma (mf2g20)" userId="3b6ff9d0-c327-4f94-b329-f6f6c0af215c" providerId="ADAL" clId="{69EDDD5C-E81A-AE46-B660-C717C9855404}" dt="2023-09-27T10:05:00.945" v="354" actId="14861"/>
        <pc:sldMkLst>
          <pc:docMk/>
          <pc:sldMk cId="70479558" sldId="261"/>
        </pc:sldMkLst>
        <pc:spChg chg="mod">
          <ac:chgData name="Marek Frodyma (mf2g20)" userId="3b6ff9d0-c327-4f94-b329-f6f6c0af215c" providerId="ADAL" clId="{69EDDD5C-E81A-AE46-B660-C717C9855404}" dt="2023-09-27T09:59:13.908" v="348" actId="20577"/>
          <ac:spMkLst>
            <pc:docMk/>
            <pc:sldMk cId="70479558" sldId="261"/>
            <ac:spMk id="3" creationId="{A46AA4A6-D48C-40E2-9DCE-C77C19766718}"/>
          </ac:spMkLst>
        </pc:spChg>
        <pc:picChg chg="del">
          <ac:chgData name="Marek Frodyma (mf2g20)" userId="3b6ff9d0-c327-4f94-b329-f6f6c0af215c" providerId="ADAL" clId="{69EDDD5C-E81A-AE46-B660-C717C9855404}" dt="2023-09-27T09:54:03.923" v="246" actId="478"/>
          <ac:picMkLst>
            <pc:docMk/>
            <pc:sldMk cId="70479558" sldId="261"/>
            <ac:picMk id="4" creationId="{B920E3F7-1546-48CA-B665-1A8449D0CDDA}"/>
          </ac:picMkLst>
        </pc:picChg>
        <pc:picChg chg="mod">
          <ac:chgData name="Marek Frodyma (mf2g20)" userId="3b6ff9d0-c327-4f94-b329-f6f6c0af215c" providerId="ADAL" clId="{69EDDD5C-E81A-AE46-B660-C717C9855404}" dt="2023-09-27T10:04:50.444" v="353" actId="14861"/>
          <ac:picMkLst>
            <pc:docMk/>
            <pc:sldMk cId="70479558" sldId="261"/>
            <ac:picMk id="5" creationId="{E75024F4-608E-461F-922F-8170A404C8FD}"/>
          </ac:picMkLst>
        </pc:picChg>
        <pc:picChg chg="add mod">
          <ac:chgData name="Marek Frodyma (mf2g20)" userId="3b6ff9d0-c327-4f94-b329-f6f6c0af215c" providerId="ADAL" clId="{69EDDD5C-E81A-AE46-B660-C717C9855404}" dt="2023-09-27T10:05:00.945" v="354" actId="14861"/>
          <ac:picMkLst>
            <pc:docMk/>
            <pc:sldMk cId="70479558" sldId="261"/>
            <ac:picMk id="6" creationId="{39EB333D-A2ED-4499-3725-66276439546F}"/>
          </ac:picMkLst>
        </pc:picChg>
      </pc:sldChg>
      <pc:sldChg chg="addSp modSp mod">
        <pc:chgData name="Marek Frodyma (mf2g20)" userId="3b6ff9d0-c327-4f94-b329-f6f6c0af215c" providerId="ADAL" clId="{69EDDD5C-E81A-AE46-B660-C717C9855404}" dt="2023-09-27T10:08:22.925" v="461" actId="1076"/>
        <pc:sldMkLst>
          <pc:docMk/>
          <pc:sldMk cId="952771496" sldId="264"/>
        </pc:sldMkLst>
        <pc:spChg chg="mod">
          <ac:chgData name="Marek Frodyma (mf2g20)" userId="3b6ff9d0-c327-4f94-b329-f6f6c0af215c" providerId="ADAL" clId="{69EDDD5C-E81A-AE46-B660-C717C9855404}" dt="2023-09-27T10:06:57.292" v="451" actId="20577"/>
          <ac:spMkLst>
            <pc:docMk/>
            <pc:sldMk cId="952771496" sldId="264"/>
            <ac:spMk id="34" creationId="{F0DF704E-7CAB-4380-9630-5D81C8EFC8B3}"/>
          </ac:spMkLst>
        </pc:spChg>
        <pc:picChg chg="add mod">
          <ac:chgData name="Marek Frodyma (mf2g20)" userId="3b6ff9d0-c327-4f94-b329-f6f6c0af215c" providerId="ADAL" clId="{69EDDD5C-E81A-AE46-B660-C717C9855404}" dt="2023-09-27T10:08:22.925" v="461" actId="1076"/>
          <ac:picMkLst>
            <pc:docMk/>
            <pc:sldMk cId="952771496" sldId="264"/>
            <ac:picMk id="3" creationId="{B34F5084-A3CA-9EED-69BB-F141201551F0}"/>
          </ac:picMkLst>
        </pc:picChg>
        <pc:picChg chg="mod">
          <ac:chgData name="Marek Frodyma (mf2g20)" userId="3b6ff9d0-c327-4f94-b329-f6f6c0af215c" providerId="ADAL" clId="{69EDDD5C-E81A-AE46-B660-C717C9855404}" dt="2023-09-27T10:07:18.604" v="454" actId="14861"/>
          <ac:picMkLst>
            <pc:docMk/>
            <pc:sldMk cId="952771496" sldId="264"/>
            <ac:picMk id="4" creationId="{F10D221F-047F-4356-8112-0BABAB75F1A0}"/>
          </ac:picMkLst>
        </pc:picChg>
      </pc:sldChg>
      <pc:sldChg chg="modNotesTx">
        <pc:chgData name="Marek Frodyma (mf2g20)" userId="3b6ff9d0-c327-4f94-b329-f6f6c0af215c" providerId="ADAL" clId="{69EDDD5C-E81A-AE46-B660-C717C9855404}" dt="2023-09-27T10:18:42.833" v="631" actId="20577"/>
        <pc:sldMkLst>
          <pc:docMk/>
          <pc:sldMk cId="4003261114" sldId="265"/>
        </pc:sldMkLst>
      </pc:sldChg>
      <pc:sldChg chg="modNotesTx">
        <pc:chgData name="Marek Frodyma (mf2g20)" userId="3b6ff9d0-c327-4f94-b329-f6f6c0af215c" providerId="ADAL" clId="{69EDDD5C-E81A-AE46-B660-C717C9855404}" dt="2023-09-27T10:18:38.587" v="627" actId="20577"/>
        <pc:sldMkLst>
          <pc:docMk/>
          <pc:sldMk cId="4273636232" sldId="266"/>
        </pc:sldMkLst>
      </pc:sldChg>
      <pc:sldChg chg="delSp mod">
        <pc:chgData name="Marek Frodyma (mf2g20)" userId="3b6ff9d0-c327-4f94-b329-f6f6c0af215c" providerId="ADAL" clId="{69EDDD5C-E81A-AE46-B660-C717C9855404}" dt="2023-09-27T11:04:04.680" v="960" actId="478"/>
        <pc:sldMkLst>
          <pc:docMk/>
          <pc:sldMk cId="1873852154" sldId="271"/>
        </pc:sldMkLst>
        <pc:picChg chg="del">
          <ac:chgData name="Marek Frodyma (mf2g20)" userId="3b6ff9d0-c327-4f94-b329-f6f6c0af215c" providerId="ADAL" clId="{69EDDD5C-E81A-AE46-B660-C717C9855404}" dt="2023-09-27T11:04:04.680" v="960" actId="478"/>
          <ac:picMkLst>
            <pc:docMk/>
            <pc:sldMk cId="1873852154" sldId="271"/>
            <ac:picMk id="4" creationId="{908DC8F4-743C-4D71-A447-E7DD5F52DEF0}"/>
          </ac:picMkLst>
        </pc:picChg>
      </pc:sldChg>
      <pc:sldChg chg="modNotesTx">
        <pc:chgData name="Marek Frodyma (mf2g20)" userId="3b6ff9d0-c327-4f94-b329-f6f6c0af215c" providerId="ADAL" clId="{69EDDD5C-E81A-AE46-B660-C717C9855404}" dt="2023-09-27T10:17:49.446" v="620" actId="20577"/>
        <pc:sldMkLst>
          <pc:docMk/>
          <pc:sldMk cId="3486083925" sldId="274"/>
        </pc:sldMkLst>
      </pc:sldChg>
      <pc:sldChg chg="delSp modSp mod">
        <pc:chgData name="Marek Frodyma (mf2g20)" userId="3b6ff9d0-c327-4f94-b329-f6f6c0af215c" providerId="ADAL" clId="{69EDDD5C-E81A-AE46-B660-C717C9855404}" dt="2023-09-27T10:03:36.110" v="349" actId="14861"/>
        <pc:sldMkLst>
          <pc:docMk/>
          <pc:sldMk cId="2710395557" sldId="279"/>
        </pc:sldMkLst>
        <pc:spChg chg="del">
          <ac:chgData name="Marek Frodyma (mf2g20)" userId="3b6ff9d0-c327-4f94-b329-f6f6c0af215c" providerId="ADAL" clId="{69EDDD5C-E81A-AE46-B660-C717C9855404}" dt="2023-09-27T09:46:33.792" v="0" actId="478"/>
          <ac:spMkLst>
            <pc:docMk/>
            <pc:sldMk cId="2710395557" sldId="279"/>
            <ac:spMk id="17" creationId="{E1EC66B0-706E-4482-9271-4634E692A0DD}"/>
          </ac:spMkLst>
        </pc:spChg>
        <pc:spChg chg="mod">
          <ac:chgData name="Marek Frodyma (mf2g20)" userId="3b6ff9d0-c327-4f94-b329-f6f6c0af215c" providerId="ADAL" clId="{69EDDD5C-E81A-AE46-B660-C717C9855404}" dt="2023-09-27T09:47:22.964" v="74" actId="20577"/>
          <ac:spMkLst>
            <pc:docMk/>
            <pc:sldMk cId="2710395557" sldId="279"/>
            <ac:spMk id="18" creationId="{7C269EC9-4120-4BDA-ABCD-B699FF1DEADD}"/>
          </ac:spMkLst>
        </pc:spChg>
        <pc:spChg chg="mod">
          <ac:chgData name="Marek Frodyma (mf2g20)" userId="3b6ff9d0-c327-4f94-b329-f6f6c0af215c" providerId="ADAL" clId="{69EDDD5C-E81A-AE46-B660-C717C9855404}" dt="2023-09-27T09:47:10.887" v="35" actId="20577"/>
          <ac:spMkLst>
            <pc:docMk/>
            <pc:sldMk cId="2710395557" sldId="279"/>
            <ac:spMk id="19" creationId="{C3B73E6E-E32A-458B-87B4-07B7BF76ADBE}"/>
          </ac:spMkLst>
        </pc:spChg>
        <pc:grpChg chg="mod">
          <ac:chgData name="Marek Frodyma (mf2g20)" userId="3b6ff9d0-c327-4f94-b329-f6f6c0af215c" providerId="ADAL" clId="{69EDDD5C-E81A-AE46-B660-C717C9855404}" dt="2023-09-27T09:46:56.279" v="7" actId="14100"/>
          <ac:grpSpMkLst>
            <pc:docMk/>
            <pc:sldMk cId="2710395557" sldId="279"/>
            <ac:grpSpMk id="13" creationId="{701EB609-4464-410D-9540-3F29D79D2A05}"/>
          </ac:grpSpMkLst>
        </pc:grpChg>
        <pc:picChg chg="mod">
          <ac:chgData name="Marek Frodyma (mf2g20)" userId="3b6ff9d0-c327-4f94-b329-f6f6c0af215c" providerId="ADAL" clId="{69EDDD5C-E81A-AE46-B660-C717C9855404}" dt="2023-09-27T10:03:36.110" v="349" actId="14861"/>
          <ac:picMkLst>
            <pc:docMk/>
            <pc:sldMk cId="2710395557" sldId="279"/>
            <ac:picMk id="3" creationId="{9CD65CF2-2FF3-4644-8F42-9788E60C559B}"/>
          </ac:picMkLst>
        </pc:picChg>
        <pc:picChg chg="del mod">
          <ac:chgData name="Marek Frodyma (mf2g20)" userId="3b6ff9d0-c327-4f94-b329-f6f6c0af215c" providerId="ADAL" clId="{69EDDD5C-E81A-AE46-B660-C717C9855404}" dt="2023-09-27T09:46:44.687" v="3" actId="478"/>
          <ac:picMkLst>
            <pc:docMk/>
            <pc:sldMk cId="2710395557" sldId="279"/>
            <ac:picMk id="6" creationId="{EAC07A96-EAD0-4E05-BFE1-37EC9F108363}"/>
          </ac:picMkLst>
        </pc:picChg>
        <pc:picChg chg="del mod">
          <ac:chgData name="Marek Frodyma (mf2g20)" userId="3b6ff9d0-c327-4f94-b329-f6f6c0af215c" providerId="ADAL" clId="{69EDDD5C-E81A-AE46-B660-C717C9855404}" dt="2023-09-27T09:46:43.778" v="2" actId="478"/>
          <ac:picMkLst>
            <pc:docMk/>
            <pc:sldMk cId="2710395557" sldId="279"/>
            <ac:picMk id="28" creationId="{1D667ED6-AC9B-4F82-9403-98BA18B3494C}"/>
          </ac:picMkLst>
        </pc:picChg>
      </pc:sldChg>
      <pc:sldChg chg="modSp mod modNotesTx">
        <pc:chgData name="Marek Frodyma (mf2g20)" userId="3b6ff9d0-c327-4f94-b329-f6f6c0af215c" providerId="ADAL" clId="{69EDDD5C-E81A-AE46-B660-C717C9855404}" dt="2023-09-27T10:13:43.627" v="609" actId="20577"/>
        <pc:sldMkLst>
          <pc:docMk/>
          <pc:sldMk cId="1976167510" sldId="280"/>
        </pc:sldMkLst>
        <pc:spChg chg="mod">
          <ac:chgData name="Marek Frodyma (mf2g20)" userId="3b6ff9d0-c327-4f94-b329-f6f6c0af215c" providerId="ADAL" clId="{69EDDD5C-E81A-AE46-B660-C717C9855404}" dt="2023-09-27T09:53:36.915" v="245" actId="20577"/>
          <ac:spMkLst>
            <pc:docMk/>
            <pc:sldMk cId="1976167510" sldId="280"/>
            <ac:spMk id="3" creationId="{A46AA4A6-D48C-40E2-9DCE-C77C19766718}"/>
          </ac:spMkLst>
        </pc:spChg>
        <pc:picChg chg="mod">
          <ac:chgData name="Marek Frodyma (mf2g20)" userId="3b6ff9d0-c327-4f94-b329-f6f6c0af215c" providerId="ADAL" clId="{69EDDD5C-E81A-AE46-B660-C717C9855404}" dt="2023-09-27T10:04:20.017" v="350" actId="14861"/>
          <ac:picMkLst>
            <pc:docMk/>
            <pc:sldMk cId="1976167510" sldId="280"/>
            <ac:picMk id="5" creationId="{32FCA7D9-4D74-47F9-9CFD-BD42532952F5}"/>
          </ac:picMkLst>
        </pc:picChg>
        <pc:picChg chg="mod">
          <ac:chgData name="Marek Frodyma (mf2g20)" userId="3b6ff9d0-c327-4f94-b329-f6f6c0af215c" providerId="ADAL" clId="{69EDDD5C-E81A-AE46-B660-C717C9855404}" dt="2023-09-27T10:04:31.992" v="352" actId="1076"/>
          <ac:picMkLst>
            <pc:docMk/>
            <pc:sldMk cId="1976167510" sldId="280"/>
            <ac:picMk id="7" creationId="{5E6860FF-0241-495F-8CB8-E4591D9E8E34}"/>
          </ac:picMkLst>
        </pc:picChg>
        <pc:picChg chg="mod">
          <ac:chgData name="Marek Frodyma (mf2g20)" userId="3b6ff9d0-c327-4f94-b329-f6f6c0af215c" providerId="ADAL" clId="{69EDDD5C-E81A-AE46-B660-C717C9855404}" dt="2023-09-27T10:04:27.043" v="351" actId="14861"/>
          <ac:picMkLst>
            <pc:docMk/>
            <pc:sldMk cId="1976167510" sldId="280"/>
            <ac:picMk id="1026" creationId="{D058C459-D24B-4F01-8E17-A76702C65D0D}"/>
          </ac:picMkLst>
        </pc:picChg>
      </pc:sldChg>
      <pc:sldChg chg="modSp mod">
        <pc:chgData name="Marek Frodyma (mf2g20)" userId="3b6ff9d0-c327-4f94-b329-f6f6c0af215c" providerId="ADAL" clId="{69EDDD5C-E81A-AE46-B660-C717C9855404}" dt="2023-09-27T09:48:03.525" v="108" actId="20577"/>
        <pc:sldMkLst>
          <pc:docMk/>
          <pc:sldMk cId="1345559212" sldId="281"/>
        </pc:sldMkLst>
        <pc:spChg chg="mod">
          <ac:chgData name="Marek Frodyma (mf2g20)" userId="3b6ff9d0-c327-4f94-b329-f6f6c0af215c" providerId="ADAL" clId="{69EDDD5C-E81A-AE46-B660-C717C9855404}" dt="2023-09-27T09:48:03.525" v="108" actId="20577"/>
          <ac:spMkLst>
            <pc:docMk/>
            <pc:sldMk cId="1345559212" sldId="281"/>
            <ac:spMk id="10" creationId="{B3AA54C6-AE43-47D0-8C5E-656F20DEC1E8}"/>
          </ac:spMkLst>
        </pc:spChg>
      </pc:sldChg>
      <pc:sldChg chg="modNotesTx">
        <pc:chgData name="Marek Frodyma (mf2g20)" userId="3b6ff9d0-c327-4f94-b329-f6f6c0af215c" providerId="ADAL" clId="{69EDDD5C-E81A-AE46-B660-C717C9855404}" dt="2023-09-27T10:17:36.528" v="613" actId="20577"/>
        <pc:sldMkLst>
          <pc:docMk/>
          <pc:sldMk cId="1555978848" sldId="282"/>
        </pc:sldMkLst>
      </pc:sldChg>
      <pc:sldChg chg="modSp mod">
        <pc:chgData name="Marek Frodyma (mf2g20)" userId="3b6ff9d0-c327-4f94-b329-f6f6c0af215c" providerId="ADAL" clId="{69EDDD5C-E81A-AE46-B660-C717C9855404}" dt="2023-09-27T10:19:11.858" v="639" actId="20577"/>
        <pc:sldMkLst>
          <pc:docMk/>
          <pc:sldMk cId="4235371649" sldId="283"/>
        </pc:sldMkLst>
        <pc:spChg chg="mod">
          <ac:chgData name="Marek Frodyma (mf2g20)" userId="3b6ff9d0-c327-4f94-b329-f6f6c0af215c" providerId="ADAL" clId="{69EDDD5C-E81A-AE46-B660-C717C9855404}" dt="2023-09-27T10:19:11.858" v="639" actId="20577"/>
          <ac:spMkLst>
            <pc:docMk/>
            <pc:sldMk cId="4235371649" sldId="283"/>
            <ac:spMk id="3" creationId="{A8390DD6-97E2-4DDC-9ECB-7BD6B00E0751}"/>
          </ac:spMkLst>
        </pc:spChg>
      </pc:sldChg>
      <pc:sldChg chg="modSp mod">
        <pc:chgData name="Marek Frodyma (mf2g20)" userId="3b6ff9d0-c327-4f94-b329-f6f6c0af215c" providerId="ADAL" clId="{69EDDD5C-E81A-AE46-B660-C717C9855404}" dt="2023-09-27T10:11:34.236" v="606" actId="20577"/>
        <pc:sldMkLst>
          <pc:docMk/>
          <pc:sldMk cId="3603265051" sldId="284"/>
        </pc:sldMkLst>
        <pc:spChg chg="mod">
          <ac:chgData name="Marek Frodyma (mf2g20)" userId="3b6ff9d0-c327-4f94-b329-f6f6c0af215c" providerId="ADAL" clId="{69EDDD5C-E81A-AE46-B660-C717C9855404}" dt="2023-09-27T10:11:34.236" v="606" actId="20577"/>
          <ac:spMkLst>
            <pc:docMk/>
            <pc:sldMk cId="3603265051" sldId="284"/>
            <ac:spMk id="3" creationId="{EB07A1C3-9FE0-4343-8BF7-4BF5AA865A93}"/>
          </ac:spMkLst>
        </pc:spChg>
      </pc:sldChg>
      <pc:sldChg chg="addSp delSp modSp add mod">
        <pc:chgData name="Marek Frodyma (mf2g20)" userId="3b6ff9d0-c327-4f94-b329-f6f6c0af215c" providerId="ADAL" clId="{69EDDD5C-E81A-AE46-B660-C717C9855404}" dt="2023-09-27T11:03:43.141" v="959" actId="166"/>
        <pc:sldMkLst>
          <pc:docMk/>
          <pc:sldMk cId="3437224875" sldId="285"/>
        </pc:sldMkLst>
        <pc:spChg chg="mod">
          <ac:chgData name="Marek Frodyma (mf2g20)" userId="3b6ff9d0-c327-4f94-b329-f6f6c0af215c" providerId="ADAL" clId="{69EDDD5C-E81A-AE46-B660-C717C9855404}" dt="2023-09-27T10:44:38.962" v="650" actId="20577"/>
          <ac:spMkLst>
            <pc:docMk/>
            <pc:sldMk cId="3437224875" sldId="285"/>
            <ac:spMk id="2" creationId="{083D8DF6-4919-45E8-8116-1E953840FB9F}"/>
          </ac:spMkLst>
        </pc:spChg>
        <pc:spChg chg="mod">
          <ac:chgData name="Marek Frodyma (mf2g20)" userId="3b6ff9d0-c327-4f94-b329-f6f6c0af215c" providerId="ADAL" clId="{69EDDD5C-E81A-AE46-B660-C717C9855404}" dt="2023-09-27T11:02:05.357" v="952" actId="1076"/>
          <ac:spMkLst>
            <pc:docMk/>
            <pc:sldMk cId="3437224875" sldId="285"/>
            <ac:spMk id="3" creationId="{A46AA4A6-D48C-40E2-9DCE-C77C19766718}"/>
          </ac:spMkLst>
        </pc:spChg>
        <pc:picChg chg="add mod">
          <ac:chgData name="Marek Frodyma (mf2g20)" userId="3b6ff9d0-c327-4f94-b329-f6f6c0af215c" providerId="ADAL" clId="{69EDDD5C-E81A-AE46-B660-C717C9855404}" dt="2023-09-27T11:03:43.141" v="959" actId="166"/>
          <ac:picMkLst>
            <pc:docMk/>
            <pc:sldMk cId="3437224875" sldId="285"/>
            <ac:picMk id="4" creationId="{8158E2D0-093D-3671-4ABA-3907F9F59200}"/>
          </ac:picMkLst>
        </pc:picChg>
        <pc:picChg chg="del">
          <ac:chgData name="Marek Frodyma (mf2g20)" userId="3b6ff9d0-c327-4f94-b329-f6f6c0af215c" providerId="ADAL" clId="{69EDDD5C-E81A-AE46-B660-C717C9855404}" dt="2023-09-27T11:02:57.500" v="953" actId="478"/>
          <ac:picMkLst>
            <pc:docMk/>
            <pc:sldMk cId="3437224875" sldId="285"/>
            <ac:picMk id="5" creationId="{E75024F4-608E-461F-922F-8170A404C8FD}"/>
          </ac:picMkLst>
        </pc:picChg>
        <pc:picChg chg="del">
          <ac:chgData name="Marek Frodyma (mf2g20)" userId="3b6ff9d0-c327-4f94-b329-f6f6c0af215c" providerId="ADAL" clId="{69EDDD5C-E81A-AE46-B660-C717C9855404}" dt="2023-09-27T11:02:58.060" v="954" actId="478"/>
          <ac:picMkLst>
            <pc:docMk/>
            <pc:sldMk cId="3437224875" sldId="285"/>
            <ac:picMk id="6" creationId="{39EB333D-A2ED-4499-3725-66276439546F}"/>
          </ac:picMkLst>
        </pc:picChg>
        <pc:picChg chg="add mod">
          <ac:chgData name="Marek Frodyma (mf2g20)" userId="3b6ff9d0-c327-4f94-b329-f6f6c0af215c" providerId="ADAL" clId="{69EDDD5C-E81A-AE46-B660-C717C9855404}" dt="2023-09-27T11:03:38.600" v="958" actId="1076"/>
          <ac:picMkLst>
            <pc:docMk/>
            <pc:sldMk cId="3437224875" sldId="285"/>
            <ac:picMk id="7" creationId="{A48AE96D-03EA-BB7A-AB28-776029CA0335}"/>
          </ac:picMkLst>
        </pc:picChg>
      </pc:sldChg>
    </pc:docChg>
  </pc:docChgLst>
  <pc:docChgLst>
    <pc:chgData name="Adomas Lebedys (al2u18)" userId="S::al2u18@soton.ac.uk::13114830-c8b5-4639-b4ab-cf65fdd09dd7" providerId="AD" clId="Web-{3CC6EF66-58F3-C31F-D604-09E3A75449DD}"/>
    <pc:docChg chg="addSld delSld modSld addMainMaster modMainMaster">
      <pc:chgData name="Adomas Lebedys (al2u18)" userId="S::al2u18@soton.ac.uk::13114830-c8b5-4639-b4ab-cf65fdd09dd7" providerId="AD" clId="Web-{3CC6EF66-58F3-C31F-D604-09E3A75449DD}" dt="2021-10-05T12:17:10.403" v="239"/>
      <pc:docMkLst>
        <pc:docMk/>
      </pc:docMkLst>
      <pc:sldChg chg="del">
        <pc:chgData name="Adomas Lebedys (al2u18)" userId="S::al2u18@soton.ac.uk::13114830-c8b5-4639-b4ab-cf65fdd09dd7" providerId="AD" clId="Web-{3CC6EF66-58F3-C31F-D604-09E3A75449DD}" dt="2021-10-05T11:19:22.290" v="1"/>
        <pc:sldMkLst>
          <pc:docMk/>
          <pc:sldMk cId="2872556588" sldId="258"/>
        </pc:sldMkLst>
      </pc:sldChg>
      <pc:sldChg chg="modSp">
        <pc:chgData name="Adomas Lebedys (al2u18)" userId="S::al2u18@soton.ac.uk::13114830-c8b5-4639-b4ab-cf65fdd09dd7" providerId="AD" clId="Web-{3CC6EF66-58F3-C31F-D604-09E3A75449DD}" dt="2021-10-05T12:08:30.125" v="219" actId="1076"/>
        <pc:sldMkLst>
          <pc:docMk/>
          <pc:sldMk cId="70479558" sldId="261"/>
        </pc:sldMkLst>
        <pc:picChg chg="mod">
          <ac:chgData name="Adomas Lebedys (al2u18)" userId="S::al2u18@soton.ac.uk::13114830-c8b5-4639-b4ab-cf65fdd09dd7" providerId="AD" clId="Web-{3CC6EF66-58F3-C31F-D604-09E3A75449DD}" dt="2021-10-05T12:08:26.234" v="218" actId="1076"/>
          <ac:picMkLst>
            <pc:docMk/>
            <pc:sldMk cId="70479558" sldId="261"/>
            <ac:picMk id="4" creationId="{B920E3F7-1546-48CA-B665-1A8449D0CDDA}"/>
          </ac:picMkLst>
        </pc:picChg>
        <pc:picChg chg="mod">
          <ac:chgData name="Adomas Lebedys (al2u18)" userId="S::al2u18@soton.ac.uk::13114830-c8b5-4639-b4ab-cf65fdd09dd7" providerId="AD" clId="Web-{3CC6EF66-58F3-C31F-D604-09E3A75449DD}" dt="2021-10-05T12:08:30.125" v="219" actId="1076"/>
          <ac:picMkLst>
            <pc:docMk/>
            <pc:sldMk cId="70479558" sldId="261"/>
            <ac:picMk id="5" creationId="{E75024F4-608E-461F-922F-8170A404C8FD}"/>
          </ac:picMkLst>
        </pc:picChg>
      </pc:sldChg>
      <pc:sldChg chg="modSp">
        <pc:chgData name="Adomas Lebedys (al2u18)" userId="S::al2u18@soton.ac.uk::13114830-c8b5-4639-b4ab-cf65fdd09dd7" providerId="AD" clId="Web-{3CC6EF66-58F3-C31F-D604-09E3A75449DD}" dt="2021-10-05T12:08:44.188" v="221" actId="1076"/>
        <pc:sldMkLst>
          <pc:docMk/>
          <pc:sldMk cId="952771496" sldId="264"/>
        </pc:sldMkLst>
        <pc:picChg chg="mod">
          <ac:chgData name="Adomas Lebedys (al2u18)" userId="S::al2u18@soton.ac.uk::13114830-c8b5-4639-b4ab-cf65fdd09dd7" providerId="AD" clId="Web-{3CC6EF66-58F3-C31F-D604-09E3A75449DD}" dt="2021-10-05T12:08:44.188" v="221" actId="1076"/>
          <ac:picMkLst>
            <pc:docMk/>
            <pc:sldMk cId="952771496" sldId="264"/>
            <ac:picMk id="4" creationId="{F10D221F-047F-4356-8112-0BABAB75F1A0}"/>
          </ac:picMkLst>
        </pc:picChg>
      </pc:sldChg>
      <pc:sldChg chg="addSp delSp modSp delCm">
        <pc:chgData name="Adomas Lebedys (al2u18)" userId="S::al2u18@soton.ac.uk::13114830-c8b5-4639-b4ab-cf65fdd09dd7" providerId="AD" clId="Web-{3CC6EF66-58F3-C31F-D604-09E3A75449DD}" dt="2021-10-05T12:09:33.064" v="236" actId="1076"/>
        <pc:sldMkLst>
          <pc:docMk/>
          <pc:sldMk cId="4091251475" sldId="273"/>
        </pc:sldMkLst>
        <pc:spChg chg="mod">
          <ac:chgData name="Adomas Lebedys (al2u18)" userId="S::al2u18@soton.ac.uk::13114830-c8b5-4639-b4ab-cf65fdd09dd7" providerId="AD" clId="Web-{3CC6EF66-58F3-C31F-D604-09E3A75449DD}" dt="2021-10-05T11:19:54.337" v="24" actId="20577"/>
          <ac:spMkLst>
            <pc:docMk/>
            <pc:sldMk cId="4091251475" sldId="273"/>
            <ac:spMk id="3" creationId="{A46AA4A6-D48C-40E2-9DCE-C77C19766718}"/>
          </ac:spMkLst>
        </pc:spChg>
        <pc:spChg chg="del mod">
          <ac:chgData name="Adomas Lebedys (al2u18)" userId="S::al2u18@soton.ac.uk::13114830-c8b5-4639-b4ab-cf65fdd09dd7" providerId="AD" clId="Web-{3CC6EF66-58F3-C31F-D604-09E3A75449DD}" dt="2021-10-05T12:08:51.610" v="222"/>
          <ac:spMkLst>
            <pc:docMk/>
            <pc:sldMk cId="4091251475" sldId="273"/>
            <ac:spMk id="4" creationId="{D3892B4D-4D44-49FD-AD4F-51910EAC39C0}"/>
          </ac:spMkLst>
        </pc:spChg>
        <pc:picChg chg="add mod">
          <ac:chgData name="Adomas Lebedys (al2u18)" userId="S::al2u18@soton.ac.uk::13114830-c8b5-4639-b4ab-cf65fdd09dd7" providerId="AD" clId="Web-{3CC6EF66-58F3-C31F-D604-09E3A75449DD}" dt="2021-10-05T12:09:33.064" v="236" actId="1076"/>
          <ac:picMkLst>
            <pc:docMk/>
            <pc:sldMk cId="4091251475" sldId="273"/>
            <ac:picMk id="5" creationId="{32FCA7D9-4D74-47F9-9CFD-BD42532952F5}"/>
          </ac:picMkLst>
        </pc:picChg>
        <pc:picChg chg="mod">
          <ac:chgData name="Adomas Lebedys (al2u18)" userId="S::al2u18@soton.ac.uk::13114830-c8b5-4639-b4ab-cf65fdd09dd7" providerId="AD" clId="Web-{3CC6EF66-58F3-C31F-D604-09E3A75449DD}" dt="2021-10-05T12:09:24.923" v="235" actId="1076"/>
          <ac:picMkLst>
            <pc:docMk/>
            <pc:sldMk cId="4091251475" sldId="273"/>
            <ac:picMk id="6" creationId="{668DFBE6-5753-4DC2-AFA9-9BFCC43659FE}"/>
          </ac:picMkLst>
        </pc:picChg>
      </pc:sldChg>
      <pc:sldChg chg="modSp delCm">
        <pc:chgData name="Adomas Lebedys (al2u18)" userId="S::al2u18@soton.ac.uk::13114830-c8b5-4639-b4ab-cf65fdd09dd7" providerId="AD" clId="Web-{3CC6EF66-58F3-C31F-D604-09E3A75449DD}" dt="2021-10-05T12:17:10.403" v="239"/>
        <pc:sldMkLst>
          <pc:docMk/>
          <pc:sldMk cId="3486083925" sldId="274"/>
        </pc:sldMkLst>
        <pc:spChg chg="mod">
          <ac:chgData name="Adomas Lebedys (al2u18)" userId="S::al2u18@soton.ac.uk::13114830-c8b5-4639-b4ab-cf65fdd09dd7" providerId="AD" clId="Web-{3CC6EF66-58F3-C31F-D604-09E3A75449DD}" dt="2021-10-05T12:09:49.315" v="238" actId="1076"/>
          <ac:spMkLst>
            <pc:docMk/>
            <pc:sldMk cId="3486083925" sldId="274"/>
            <ac:spMk id="4" creationId="{D0545D93-FCBA-4965-91D9-CF95DF7C6FF6}"/>
          </ac:spMkLst>
        </pc:spChg>
      </pc:sldChg>
      <pc:sldChg chg="add">
        <pc:chgData name="Adomas Lebedys (al2u18)" userId="S::al2u18@soton.ac.uk::13114830-c8b5-4639-b4ab-cf65fdd09dd7" providerId="AD" clId="Web-{3CC6EF66-58F3-C31F-D604-09E3A75449DD}" dt="2021-10-05T11:19:14.759" v="0"/>
        <pc:sldMkLst>
          <pc:docMk/>
          <pc:sldMk cId="886430673" sldId="278"/>
        </pc:sldMkLst>
      </pc:sldChg>
      <pc:sldChg chg="addSp delSp modSp add replId delCm">
        <pc:chgData name="Adomas Lebedys (al2u18)" userId="S::al2u18@soton.ac.uk::13114830-c8b5-4639-b4ab-cf65fdd09dd7" providerId="AD" clId="Web-{3CC6EF66-58F3-C31F-D604-09E3A75449DD}" dt="2021-10-05T11:37:47.113" v="216" actId="1076"/>
        <pc:sldMkLst>
          <pc:docMk/>
          <pc:sldMk cId="2710395557" sldId="279"/>
        </pc:sldMkLst>
        <pc:spChg chg="add del mod">
          <ac:chgData name="Adomas Lebedys (al2u18)" userId="S::al2u18@soton.ac.uk::13114830-c8b5-4639-b4ab-cf65fdd09dd7" providerId="AD" clId="Web-{3CC6EF66-58F3-C31F-D604-09E3A75449DD}" dt="2021-10-05T11:20:36.792" v="43"/>
          <ac:spMkLst>
            <pc:docMk/>
            <pc:sldMk cId="2710395557" sldId="279"/>
            <ac:spMk id="2" creationId="{DFFE8AFA-FDF2-4C95-AE59-DA4845BE503F}"/>
          </ac:spMkLst>
        </pc:spChg>
        <pc:spChg chg="add del mod">
          <ac:chgData name="Adomas Lebedys (al2u18)" userId="S::al2u18@soton.ac.uk::13114830-c8b5-4639-b4ab-cf65fdd09dd7" providerId="AD" clId="Web-{3CC6EF66-58F3-C31F-D604-09E3A75449DD}" dt="2021-10-05T11:37:06.784" v="205" actId="20577"/>
          <ac:spMkLst>
            <pc:docMk/>
            <pc:sldMk cId="2710395557" sldId="279"/>
            <ac:spMk id="8" creationId="{65AD38CC-5AF5-4B1D-A495-CB2A29D5FBAA}"/>
          </ac:spMkLst>
        </pc:spChg>
        <pc:spChg chg="add del mod">
          <ac:chgData name="Adomas Lebedys (al2u18)" userId="S::al2u18@soton.ac.uk::13114830-c8b5-4639-b4ab-cf65fdd09dd7" providerId="AD" clId="Web-{3CC6EF66-58F3-C31F-D604-09E3A75449DD}" dt="2021-10-05T11:34:54.750" v="176" actId="20577"/>
          <ac:spMkLst>
            <pc:docMk/>
            <pc:sldMk cId="2710395557" sldId="279"/>
            <ac:spMk id="10" creationId="{4F94F5C6-4113-47D8-9295-127FE683F5BC}"/>
          </ac:spMkLst>
        </pc:spChg>
        <pc:spChg chg="add del mod">
          <ac:chgData name="Adomas Lebedys (al2u18)" userId="S::al2u18@soton.ac.uk::13114830-c8b5-4639-b4ab-cf65fdd09dd7" providerId="AD" clId="Web-{3CC6EF66-58F3-C31F-D604-09E3A75449DD}" dt="2021-10-05T11:36:53.408" v="199" actId="20577"/>
          <ac:spMkLst>
            <pc:docMk/>
            <pc:sldMk cId="2710395557" sldId="279"/>
            <ac:spMk id="11" creationId="{249E84A8-A17B-42BF-BE1B-564CE4685C7A}"/>
          </ac:spMkLst>
        </pc:spChg>
        <pc:spChg chg="add del mod">
          <ac:chgData name="Adomas Lebedys (al2u18)" userId="S::al2u18@soton.ac.uk::13114830-c8b5-4639-b4ab-cf65fdd09dd7" providerId="AD" clId="Web-{3CC6EF66-58F3-C31F-D604-09E3A75449DD}" dt="2021-10-05T11:35:00.093" v="182" actId="20577"/>
          <ac:spMkLst>
            <pc:docMk/>
            <pc:sldMk cId="2710395557" sldId="279"/>
            <ac:spMk id="12" creationId="{9F211AFB-CBC7-45D1-A64D-E185CFD620F4}"/>
          </ac:spMkLst>
        </pc:spChg>
        <pc:spChg chg="add mod">
          <ac:chgData name="Adomas Lebedys (al2u18)" userId="S::al2u18@soton.ac.uk::13114830-c8b5-4639-b4ab-cf65fdd09dd7" providerId="AD" clId="Web-{3CC6EF66-58F3-C31F-D604-09E3A75449DD}" dt="2021-10-05T11:36:27.236" v="191" actId="14100"/>
          <ac:spMkLst>
            <pc:docMk/>
            <pc:sldMk cId="2710395557" sldId="279"/>
            <ac:spMk id="14" creationId="{5C6CC0F2-2312-49F2-BBA5-D924E56505E4}"/>
          </ac:spMkLst>
        </pc:spChg>
        <pc:grpChg chg="add mod">
          <ac:chgData name="Adomas Lebedys (al2u18)" userId="S::al2u18@soton.ac.uk::13114830-c8b5-4639-b4ab-cf65fdd09dd7" providerId="AD" clId="Web-{3CC6EF66-58F3-C31F-D604-09E3A75449DD}" dt="2021-10-05T11:37:27.128" v="210" actId="1076"/>
          <ac:grpSpMkLst>
            <pc:docMk/>
            <pc:sldMk cId="2710395557" sldId="279"/>
            <ac:grpSpMk id="7" creationId="{DFF02AFF-6E63-4701-B866-4E7031B55F24}"/>
          </ac:grpSpMkLst>
        </pc:grpChg>
        <pc:grpChg chg="add mod">
          <ac:chgData name="Adomas Lebedys (al2u18)" userId="S::al2u18@soton.ac.uk::13114830-c8b5-4639-b4ab-cf65fdd09dd7" providerId="AD" clId="Web-{3CC6EF66-58F3-C31F-D604-09E3A75449DD}" dt="2021-10-05T11:37:10.862" v="206" actId="1076"/>
          <ac:grpSpMkLst>
            <pc:docMk/>
            <pc:sldMk cId="2710395557" sldId="279"/>
            <ac:grpSpMk id="15" creationId="{E92B51B3-6CD7-43C7-9B89-A46BE6292964}"/>
          </ac:grpSpMkLst>
        </pc:grpChg>
        <pc:picChg chg="add mod">
          <ac:chgData name="Adomas Lebedys (al2u18)" userId="S::al2u18@soton.ac.uk::13114830-c8b5-4639-b4ab-cf65fdd09dd7" providerId="AD" clId="Web-{3CC6EF66-58F3-C31F-D604-09E3A75449DD}" dt="2021-10-05T11:37:47.113" v="216" actId="1076"/>
          <ac:picMkLst>
            <pc:docMk/>
            <pc:sldMk cId="2710395557" sldId="279"/>
            <ac:picMk id="3" creationId="{AECC0642-BC3F-43C8-91FC-EFF740810574}"/>
          </ac:picMkLst>
        </pc:picChg>
        <pc:picChg chg="add mod">
          <ac:chgData name="Adomas Lebedys (al2u18)" userId="S::al2u18@soton.ac.uk::13114830-c8b5-4639-b4ab-cf65fdd09dd7" providerId="AD" clId="Web-{3CC6EF66-58F3-C31F-D604-09E3A75449DD}" dt="2021-10-05T11:28:01.365" v="77" actId="1076"/>
          <ac:picMkLst>
            <pc:docMk/>
            <pc:sldMk cId="2710395557" sldId="279"/>
            <ac:picMk id="4" creationId="{55E4B1E3-525C-4BD9-A6C4-C2F4A2DD2496}"/>
          </ac:picMkLst>
        </pc:picChg>
        <pc:picChg chg="add mod">
          <ac:chgData name="Adomas Lebedys (al2u18)" userId="S::al2u18@soton.ac.uk::13114830-c8b5-4639-b4ab-cf65fdd09dd7" providerId="AD" clId="Web-{3CC6EF66-58F3-C31F-D604-09E3A75449DD}" dt="2021-10-05T11:37:44.847" v="215" actId="1076"/>
          <ac:picMkLst>
            <pc:docMk/>
            <pc:sldMk cId="2710395557" sldId="279"/>
            <ac:picMk id="5" creationId="{9CAFF5B1-DF0B-4EF7-AB03-A0828717BA5F}"/>
          </ac:picMkLst>
        </pc:picChg>
        <pc:picChg chg="add mod">
          <ac:chgData name="Adomas Lebedys (al2u18)" userId="S::al2u18@soton.ac.uk::13114830-c8b5-4639-b4ab-cf65fdd09dd7" providerId="AD" clId="Web-{3CC6EF66-58F3-C31F-D604-09E3A75449DD}" dt="2021-10-05T11:28:01.302" v="74" actId="1076"/>
          <ac:picMkLst>
            <pc:docMk/>
            <pc:sldMk cId="2710395557" sldId="279"/>
            <ac:picMk id="6" creationId="{D664C124-2FF8-41F1-B37C-3FE852235C92}"/>
          </ac:picMkLst>
        </pc:picChg>
        <pc:picChg chg="del">
          <ac:chgData name="Adomas Lebedys (al2u18)" userId="S::al2u18@soton.ac.uk::13114830-c8b5-4639-b4ab-cf65fdd09dd7" providerId="AD" clId="Web-{3CC6EF66-58F3-C31F-D604-09E3A75449DD}" dt="2021-10-05T11:20:27.182" v="37"/>
          <ac:picMkLst>
            <pc:docMk/>
            <pc:sldMk cId="2710395557" sldId="279"/>
            <ac:picMk id="9" creationId="{04D2B440-45A8-46B7-8769-558FBEC2C450}"/>
          </ac:picMkLst>
        </pc:picChg>
      </pc:sldChg>
      <pc:sldMasterChg chg="add addSldLayout">
        <pc:chgData name="Adomas Lebedys (al2u18)" userId="S::al2u18@soton.ac.uk::13114830-c8b5-4639-b4ab-cf65fdd09dd7" providerId="AD" clId="Web-{3CC6EF66-58F3-C31F-D604-09E3A75449DD}" dt="2021-10-05T11:19:14.759" v="0"/>
        <pc:sldMasterMkLst>
          <pc:docMk/>
          <pc:sldMasterMk cId="2460954070" sldId="2147483660"/>
        </pc:sldMasterMkLst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replId modSldLayout">
        <pc:chgData name="Adomas Lebedys (al2u18)" userId="S::al2u18@soton.ac.uk::13114830-c8b5-4639-b4ab-cf65fdd09dd7" providerId="AD" clId="Web-{3CC6EF66-58F3-C31F-D604-09E3A75449DD}" dt="2021-10-05T11:19:14.759" v="0"/>
        <pc:sldMasterMkLst>
          <pc:docMk/>
          <pc:sldMasterMk cId="1631815186" sldId="2147483672"/>
        </pc:sldMasterMkLst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1911114232" sldId="2147483673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1186450167" sldId="2147483674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3833983591" sldId="2147483675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3590257036" sldId="2147483676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911119550" sldId="2147483677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2004786935" sldId="2147483678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2554276479" sldId="2147483679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534706624" sldId="2147483680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3676043506" sldId="2147483681"/>
          </pc:sldLayoutMkLst>
        </pc:sldLayoutChg>
        <pc:sldLayoutChg chg="replId">
          <pc:chgData name="Adomas Lebedys (al2u18)" userId="S::al2u18@soton.ac.uk::13114830-c8b5-4639-b4ab-cf65fdd09dd7" providerId="AD" clId="Web-{3CC6EF66-58F3-C31F-D604-09E3A75449DD}" dt="2021-10-05T11:19:14.759" v="0"/>
          <pc:sldLayoutMkLst>
            <pc:docMk/>
            <pc:sldMasterMk cId="1631815186" sldId="2147483672"/>
            <pc:sldLayoutMk cId="4246822674" sldId="2147483682"/>
          </pc:sldLayoutMkLst>
        </pc:sldLayoutChg>
      </pc:sldMasterChg>
    </pc:docChg>
  </pc:docChgLst>
  <pc:docChgLst>
    <pc:chgData name="Max O'Brien (mao1g19)" userId="S::mao1g19@soton.ac.uk::4b27b8f5-9906-47a1-b728-23f13a5402b6" providerId="AD" clId="Web-{6FA12A9D-BBF6-711A-5C8E-DC44FE057A52}"/>
    <pc:docChg chg="modSld">
      <pc:chgData name="Max O'Brien (mao1g19)" userId="S::mao1g19@soton.ac.uk::4b27b8f5-9906-47a1-b728-23f13a5402b6" providerId="AD" clId="Web-{6FA12A9D-BBF6-711A-5C8E-DC44FE057A52}" dt="2021-10-04T11:18:20.097" v="91"/>
      <pc:docMkLst>
        <pc:docMk/>
      </pc:docMkLst>
      <pc:sldChg chg="modNotes">
        <pc:chgData name="Max O'Brien (mao1g19)" userId="S::mao1g19@soton.ac.uk::4b27b8f5-9906-47a1-b728-23f13a5402b6" providerId="AD" clId="Web-{6FA12A9D-BBF6-711A-5C8E-DC44FE057A52}" dt="2021-10-04T11:18:20.097" v="91"/>
        <pc:sldMkLst>
          <pc:docMk/>
          <pc:sldMk cId="2872556588" sldId="258"/>
        </pc:sldMkLst>
      </pc:sldChg>
      <pc:sldChg chg="modSp">
        <pc:chgData name="Max O'Brien (mao1g19)" userId="S::mao1g19@soton.ac.uk::4b27b8f5-9906-47a1-b728-23f13a5402b6" providerId="AD" clId="Web-{6FA12A9D-BBF6-711A-5C8E-DC44FE057A52}" dt="2021-10-04T11:16:59.033" v="11" actId="20577"/>
        <pc:sldMkLst>
          <pc:docMk/>
          <pc:sldMk cId="952771496" sldId="264"/>
        </pc:sldMkLst>
        <pc:spChg chg="mod">
          <ac:chgData name="Max O'Brien (mao1g19)" userId="S::mao1g19@soton.ac.uk::4b27b8f5-9906-47a1-b728-23f13a5402b6" providerId="AD" clId="Web-{6FA12A9D-BBF6-711A-5C8E-DC44FE057A52}" dt="2021-10-04T11:16:59.033" v="11" actId="20577"/>
          <ac:spMkLst>
            <pc:docMk/>
            <pc:sldMk cId="952771496" sldId="264"/>
            <ac:spMk id="34" creationId="{F0DF704E-7CAB-4380-9630-5D81C8EFC8B3}"/>
          </ac:spMkLst>
        </pc:spChg>
      </pc:sldChg>
    </pc:docChg>
  </pc:docChgLst>
  <pc:docChgLst>
    <pc:chgData name="Toby Godfrey (tmag1g21)" userId="S::tmag1g21@soton.ac.uk::8bc389c1-7653-47d1-8d3c-449ef9682d03" providerId="AD" clId="Web-{4DDEBCCB-F92A-9A00-117F-CA258FA35DE5}"/>
    <pc:docChg chg="addSld modSld sldOrd">
      <pc:chgData name="Toby Godfrey (tmag1g21)" userId="S::tmag1g21@soton.ac.uk::8bc389c1-7653-47d1-8d3c-449ef9682d03" providerId="AD" clId="Web-{4DDEBCCB-F92A-9A00-117F-CA258FA35DE5}" dt="2023-09-27T13:19:48.485" v="359"/>
      <pc:docMkLst>
        <pc:docMk/>
      </pc:docMkLst>
      <pc:sldChg chg="modSp">
        <pc:chgData name="Toby Godfrey (tmag1g21)" userId="S::tmag1g21@soton.ac.uk::8bc389c1-7653-47d1-8d3c-449ef9682d03" providerId="AD" clId="Web-{4DDEBCCB-F92A-9A00-117F-CA258FA35DE5}" dt="2023-09-27T13:00:05.948" v="55" actId="20577"/>
        <pc:sldMkLst>
          <pc:docMk/>
          <pc:sldMk cId="4003261114" sldId="265"/>
        </pc:sldMkLst>
        <pc:spChg chg="mod">
          <ac:chgData name="Toby Godfrey (tmag1g21)" userId="S::tmag1g21@soton.ac.uk::8bc389c1-7653-47d1-8d3c-449ef9682d03" providerId="AD" clId="Web-{4DDEBCCB-F92A-9A00-117F-CA258FA35DE5}" dt="2023-09-27T13:00:05.948" v="55" actId="20577"/>
          <ac:spMkLst>
            <pc:docMk/>
            <pc:sldMk cId="4003261114" sldId="265"/>
            <ac:spMk id="2" creationId="{8E6E5D21-086A-4F8A-A062-8E88F916DF3F}"/>
          </ac:spMkLst>
        </pc:spChg>
        <pc:spChg chg="mod">
          <ac:chgData name="Toby Godfrey (tmag1g21)" userId="S::tmag1g21@soton.ac.uk::8bc389c1-7653-47d1-8d3c-449ef9682d03" providerId="AD" clId="Web-{4DDEBCCB-F92A-9A00-117F-CA258FA35DE5}" dt="2023-09-27T12:27:41.105" v="22" actId="20577"/>
          <ac:spMkLst>
            <pc:docMk/>
            <pc:sldMk cId="4003261114" sldId="265"/>
            <ac:spMk id="3" creationId="{9680176E-912C-4A81-AA91-493C801C7CA5}"/>
          </ac:spMkLst>
        </pc:spChg>
      </pc:sldChg>
      <pc:sldChg chg="modSp">
        <pc:chgData name="Toby Godfrey (tmag1g21)" userId="S::tmag1g21@soton.ac.uk::8bc389c1-7653-47d1-8d3c-449ef9682d03" providerId="AD" clId="Web-{4DDEBCCB-F92A-9A00-117F-CA258FA35DE5}" dt="2023-09-27T12:59:50.521" v="45" actId="20577"/>
        <pc:sldMkLst>
          <pc:docMk/>
          <pc:sldMk cId="3486083925" sldId="274"/>
        </pc:sldMkLst>
        <pc:spChg chg="mod">
          <ac:chgData name="Toby Godfrey (tmag1g21)" userId="S::tmag1g21@soton.ac.uk::8bc389c1-7653-47d1-8d3c-449ef9682d03" providerId="AD" clId="Web-{4DDEBCCB-F92A-9A00-117F-CA258FA35DE5}" dt="2023-09-27T12:59:42.301" v="40" actId="20577"/>
          <ac:spMkLst>
            <pc:docMk/>
            <pc:sldMk cId="3486083925" sldId="274"/>
            <ac:spMk id="2" creationId="{083D8DF6-4919-45E8-8116-1E953840FB9F}"/>
          </ac:spMkLst>
        </pc:spChg>
        <pc:spChg chg="mod">
          <ac:chgData name="Toby Godfrey (tmag1g21)" userId="S::tmag1g21@soton.ac.uk::8bc389c1-7653-47d1-8d3c-449ef9682d03" providerId="AD" clId="Web-{4DDEBCCB-F92A-9A00-117F-CA258FA35DE5}" dt="2023-09-27T12:59:50.521" v="45" actId="20577"/>
          <ac:spMkLst>
            <pc:docMk/>
            <pc:sldMk cId="3486083925" sldId="274"/>
            <ac:spMk id="3" creationId="{A46AA4A6-D48C-40E2-9DCE-C77C19766718}"/>
          </ac:spMkLst>
        </pc:spChg>
      </pc:sldChg>
      <pc:sldChg chg="addSp delSp modSp">
        <pc:chgData name="Toby Godfrey (tmag1g21)" userId="S::tmag1g21@soton.ac.uk::8bc389c1-7653-47d1-8d3c-449ef9682d03" providerId="AD" clId="Web-{4DDEBCCB-F92A-9A00-117F-CA258FA35DE5}" dt="2023-09-27T13:19:48.485" v="359"/>
        <pc:sldMkLst>
          <pc:docMk/>
          <pc:sldMk cId="1555978848" sldId="282"/>
        </pc:sldMkLst>
        <pc:graphicFrameChg chg="add del mod modGraphic">
          <ac:chgData name="Toby Godfrey (tmag1g21)" userId="S::tmag1g21@soton.ac.uk::8bc389c1-7653-47d1-8d3c-449ef9682d03" providerId="AD" clId="Web-{4DDEBCCB-F92A-9A00-117F-CA258FA35DE5}" dt="2023-09-27T13:18:26.511" v="357"/>
          <ac:graphicFrameMkLst>
            <pc:docMk/>
            <pc:sldMk cId="1555978848" sldId="282"/>
            <ac:graphicFrameMk id="4" creationId="{1808A8C4-F0FB-46CA-9F98-CE907060C37C}"/>
          </ac:graphicFrameMkLst>
        </pc:graphicFrameChg>
        <pc:picChg chg="add del mod">
          <ac:chgData name="Toby Godfrey (tmag1g21)" userId="S::tmag1g21@soton.ac.uk::8bc389c1-7653-47d1-8d3c-449ef9682d03" providerId="AD" clId="Web-{4DDEBCCB-F92A-9A00-117F-CA258FA35DE5}" dt="2023-09-27T13:19:48.485" v="359"/>
          <ac:picMkLst>
            <pc:docMk/>
            <pc:sldMk cId="1555978848" sldId="282"/>
            <ac:picMk id="3847" creationId="{4747F66A-9493-78D9-4D10-1913477779B1}"/>
          </ac:picMkLst>
        </pc:picChg>
      </pc:sldChg>
      <pc:sldChg chg="modSp">
        <pc:chgData name="Toby Godfrey (tmag1g21)" userId="S::tmag1g21@soton.ac.uk::8bc389c1-7653-47d1-8d3c-449ef9682d03" providerId="AD" clId="Web-{4DDEBCCB-F92A-9A00-117F-CA258FA35DE5}" dt="2023-09-27T12:40:07.526" v="30" actId="20577"/>
        <pc:sldMkLst>
          <pc:docMk/>
          <pc:sldMk cId="4235371649" sldId="283"/>
        </pc:sldMkLst>
        <pc:spChg chg="mod">
          <ac:chgData name="Toby Godfrey (tmag1g21)" userId="S::tmag1g21@soton.ac.uk::8bc389c1-7653-47d1-8d3c-449ef9682d03" providerId="AD" clId="Web-{4DDEBCCB-F92A-9A00-117F-CA258FA35DE5}" dt="2023-09-27T12:40:07.526" v="30" actId="20577"/>
          <ac:spMkLst>
            <pc:docMk/>
            <pc:sldMk cId="4235371649" sldId="283"/>
            <ac:spMk id="3" creationId="{A8390DD6-97E2-4DDC-9ECB-7BD6B00E0751}"/>
          </ac:spMkLst>
        </pc:spChg>
      </pc:sldChg>
      <pc:sldChg chg="addSp delSp modSp add ord replId">
        <pc:chgData name="Toby Godfrey (tmag1g21)" userId="S::tmag1g21@soton.ac.uk::8bc389c1-7653-47d1-8d3c-449ef9682d03" providerId="AD" clId="Web-{4DDEBCCB-F92A-9A00-117F-CA258FA35DE5}" dt="2023-09-27T13:09:06.852" v="196" actId="1076"/>
        <pc:sldMkLst>
          <pc:docMk/>
          <pc:sldMk cId="3991550235" sldId="286"/>
        </pc:sldMkLst>
        <pc:spChg chg="mod">
          <ac:chgData name="Toby Godfrey (tmag1g21)" userId="S::tmag1g21@soton.ac.uk::8bc389c1-7653-47d1-8d3c-449ef9682d03" providerId="AD" clId="Web-{4DDEBCCB-F92A-9A00-117F-CA258FA35DE5}" dt="2023-09-27T13:00:20.882" v="66" actId="20577"/>
          <ac:spMkLst>
            <pc:docMk/>
            <pc:sldMk cId="3991550235" sldId="286"/>
            <ac:spMk id="2" creationId="{083D8DF6-4919-45E8-8116-1E953840FB9F}"/>
          </ac:spMkLst>
        </pc:spChg>
        <pc:spChg chg="mod">
          <ac:chgData name="Toby Godfrey (tmag1g21)" userId="S::tmag1g21@soton.ac.uk::8bc389c1-7653-47d1-8d3c-449ef9682d03" providerId="AD" clId="Web-{4DDEBCCB-F92A-9A00-117F-CA258FA35DE5}" dt="2023-09-27T13:05:24.979" v="105" actId="20577"/>
          <ac:spMkLst>
            <pc:docMk/>
            <pc:sldMk cId="3991550235" sldId="286"/>
            <ac:spMk id="3" creationId="{A46AA4A6-D48C-40E2-9DCE-C77C19766718}"/>
          </ac:spMkLst>
        </pc:spChg>
        <pc:picChg chg="add mod">
          <ac:chgData name="Toby Godfrey (tmag1g21)" userId="S::tmag1g21@soton.ac.uk::8bc389c1-7653-47d1-8d3c-449ef9682d03" providerId="AD" clId="Web-{4DDEBCCB-F92A-9A00-117F-CA258FA35DE5}" dt="2023-09-27T13:08:41.211" v="194" actId="14100"/>
          <ac:picMkLst>
            <pc:docMk/>
            <pc:sldMk cId="3991550235" sldId="286"/>
            <ac:picMk id="4" creationId="{C8F13545-4962-76C9-1146-F5FC9D6B7913}"/>
          </ac:picMkLst>
        </pc:picChg>
        <pc:picChg chg="add mod">
          <ac:chgData name="Toby Godfrey (tmag1g21)" userId="S::tmag1g21@soton.ac.uk::8bc389c1-7653-47d1-8d3c-449ef9682d03" providerId="AD" clId="Web-{4DDEBCCB-F92A-9A00-117F-CA258FA35DE5}" dt="2023-09-27T13:09:06.852" v="196" actId="1076"/>
          <ac:picMkLst>
            <pc:docMk/>
            <pc:sldMk cId="3991550235" sldId="286"/>
            <ac:picMk id="5" creationId="{40709A9E-EA55-3C89-7B8A-A94D5D2F7D44}"/>
          </ac:picMkLst>
        </pc:picChg>
        <pc:picChg chg="del">
          <ac:chgData name="Toby Godfrey (tmag1g21)" userId="S::tmag1g21@soton.ac.uk::8bc389c1-7653-47d1-8d3c-449ef9682d03" providerId="AD" clId="Web-{4DDEBCCB-F92A-9A00-117F-CA258FA35DE5}" dt="2023-09-27T13:05:45.589" v="121"/>
          <ac:picMkLst>
            <pc:docMk/>
            <pc:sldMk cId="3991550235" sldId="286"/>
            <ac:picMk id="9" creationId="{FA7A31F6-031B-4F83-B888-67A3E113E1F5}"/>
          </ac:picMkLst>
        </pc:picChg>
        <pc:picChg chg="del">
          <ac:chgData name="Toby Godfrey (tmag1g21)" userId="S::tmag1g21@soton.ac.uk::8bc389c1-7653-47d1-8d3c-449ef9682d03" providerId="AD" clId="Web-{4DDEBCCB-F92A-9A00-117F-CA258FA35DE5}" dt="2023-09-27T13:05:44.324" v="120"/>
          <ac:picMkLst>
            <pc:docMk/>
            <pc:sldMk cId="3991550235" sldId="286"/>
            <ac:picMk id="12" creationId="{540BB429-B3B4-4BF0-BFB0-A05B586CADFA}"/>
          </ac:picMkLst>
        </pc:picChg>
        <pc:picChg chg="del">
          <ac:chgData name="Toby Godfrey (tmag1g21)" userId="S::tmag1g21@soton.ac.uk::8bc389c1-7653-47d1-8d3c-449ef9682d03" providerId="AD" clId="Web-{4DDEBCCB-F92A-9A00-117F-CA258FA35DE5}" dt="2023-09-27T13:05:46.793" v="122"/>
          <ac:picMkLst>
            <pc:docMk/>
            <pc:sldMk cId="3991550235" sldId="286"/>
            <ac:picMk id="13" creationId="{A3221B88-8E47-47D8-A0BD-06761AF02498}"/>
          </ac:picMkLst>
        </pc:picChg>
      </pc:sldChg>
      <pc:sldChg chg="addSp delSp modSp add replId">
        <pc:chgData name="Toby Godfrey (tmag1g21)" userId="S::tmag1g21@soton.ac.uk::8bc389c1-7653-47d1-8d3c-449ef9682d03" providerId="AD" clId="Web-{4DDEBCCB-F92A-9A00-117F-CA258FA35DE5}" dt="2023-09-27T13:08:09.020" v="191"/>
        <pc:sldMkLst>
          <pc:docMk/>
          <pc:sldMk cId="1711231843" sldId="287"/>
        </pc:sldMkLst>
        <pc:spChg chg="mod">
          <ac:chgData name="Toby Godfrey (tmag1g21)" userId="S::tmag1g21@soton.ac.uk::8bc389c1-7653-47d1-8d3c-449ef9682d03" providerId="AD" clId="Web-{4DDEBCCB-F92A-9A00-117F-CA258FA35DE5}" dt="2023-09-27T13:05:39.839" v="119" actId="20577"/>
          <ac:spMkLst>
            <pc:docMk/>
            <pc:sldMk cId="1711231843" sldId="287"/>
            <ac:spMk id="2" creationId="{083D8DF6-4919-45E8-8116-1E953840FB9F}"/>
          </ac:spMkLst>
        </pc:spChg>
        <pc:spChg chg="mod">
          <ac:chgData name="Toby Godfrey (tmag1g21)" userId="S::tmag1g21@soton.ac.uk::8bc389c1-7653-47d1-8d3c-449ef9682d03" providerId="AD" clId="Web-{4DDEBCCB-F92A-9A00-117F-CA258FA35DE5}" dt="2023-09-27T13:07:11.626" v="180" actId="20577"/>
          <ac:spMkLst>
            <pc:docMk/>
            <pc:sldMk cId="1711231843" sldId="287"/>
            <ac:spMk id="3" creationId="{A46AA4A6-D48C-40E2-9DCE-C77C19766718}"/>
          </ac:spMkLst>
        </pc:spChg>
        <pc:spChg chg="add del mod">
          <ac:chgData name="Toby Godfrey (tmag1g21)" userId="S::tmag1g21@soton.ac.uk::8bc389c1-7653-47d1-8d3c-449ef9682d03" providerId="AD" clId="Web-{4DDEBCCB-F92A-9A00-117F-CA258FA35DE5}" dt="2023-09-27T13:08:09.020" v="191"/>
          <ac:spMkLst>
            <pc:docMk/>
            <pc:sldMk cId="1711231843" sldId="287"/>
            <ac:spMk id="5" creationId="{534A3BB2-190C-6D7D-B22B-53B35FECEA79}"/>
          </ac:spMkLst>
        </pc:spChg>
        <pc:picChg chg="add mod">
          <ac:chgData name="Toby Godfrey (tmag1g21)" userId="S::tmag1g21@soton.ac.uk::8bc389c1-7653-47d1-8d3c-449ef9682d03" providerId="AD" clId="Web-{4DDEBCCB-F92A-9A00-117F-CA258FA35DE5}" dt="2023-09-27T13:07:47.831" v="185" actId="1076"/>
          <ac:picMkLst>
            <pc:docMk/>
            <pc:sldMk cId="1711231843" sldId="287"/>
            <ac:picMk id="4" creationId="{D3F08970-3C15-AD98-5067-4307C33C289B}"/>
          </ac:picMkLst>
        </pc:picChg>
        <pc:picChg chg="del">
          <ac:chgData name="Toby Godfrey (tmag1g21)" userId="S::tmag1g21@soton.ac.uk::8bc389c1-7653-47d1-8d3c-449ef9682d03" providerId="AD" clId="Web-{4DDEBCCB-F92A-9A00-117F-CA258FA35DE5}" dt="2023-09-27T13:06:12.169" v="124"/>
          <ac:picMkLst>
            <pc:docMk/>
            <pc:sldMk cId="1711231843" sldId="287"/>
            <ac:picMk id="9" creationId="{FA7A31F6-031B-4F83-B888-67A3E113E1F5}"/>
          </ac:picMkLst>
        </pc:picChg>
        <pc:picChg chg="del">
          <ac:chgData name="Toby Godfrey (tmag1g21)" userId="S::tmag1g21@soton.ac.uk::8bc389c1-7653-47d1-8d3c-449ef9682d03" providerId="AD" clId="Web-{4DDEBCCB-F92A-9A00-117F-CA258FA35DE5}" dt="2023-09-27T13:06:10.404" v="123"/>
          <ac:picMkLst>
            <pc:docMk/>
            <pc:sldMk cId="1711231843" sldId="287"/>
            <ac:picMk id="12" creationId="{540BB429-B3B4-4BF0-BFB0-A05B586CADFA}"/>
          </ac:picMkLst>
        </pc:picChg>
        <pc:picChg chg="del">
          <ac:chgData name="Toby Godfrey (tmag1g21)" userId="S::tmag1g21@soton.ac.uk::8bc389c1-7653-47d1-8d3c-449ef9682d03" providerId="AD" clId="Web-{4DDEBCCB-F92A-9A00-117F-CA258FA35DE5}" dt="2023-09-27T13:06:13.341" v="125"/>
          <ac:picMkLst>
            <pc:docMk/>
            <pc:sldMk cId="1711231843" sldId="287"/>
            <ac:picMk id="13" creationId="{A3221B88-8E47-47D8-A0BD-06761AF02498}"/>
          </ac:picMkLst>
        </pc:picChg>
      </pc:sldChg>
    </pc:docChg>
  </pc:docChgLst>
  <pc:docChgLst>
    <pc:chgData name="Rufus Vijayaratnam (rcfv1g18)" userId="05c908f2-f575-427d-bbaa-8c9c06637bf9" providerId="ADAL" clId="{654D6933-2439-413A-862B-30CEBE413955}"/>
    <pc:docChg chg="custSel delSld modSld">
      <pc:chgData name="Rufus Vijayaratnam (rcfv1g18)" userId="05c908f2-f575-427d-bbaa-8c9c06637bf9" providerId="ADAL" clId="{654D6933-2439-413A-862B-30CEBE413955}" dt="2021-10-04T15:31:36.417" v="237" actId="1076"/>
      <pc:docMkLst>
        <pc:docMk/>
      </pc:docMkLst>
      <pc:sldChg chg="modSp del mod">
        <pc:chgData name="Rufus Vijayaratnam (rcfv1g18)" userId="05c908f2-f575-427d-bbaa-8c9c06637bf9" providerId="ADAL" clId="{654D6933-2439-413A-862B-30CEBE413955}" dt="2021-10-02T09:34:15.121" v="38" actId="2696"/>
        <pc:sldMkLst>
          <pc:docMk/>
          <pc:sldMk cId="89661156" sldId="257"/>
        </pc:sldMkLst>
        <pc:spChg chg="mod">
          <ac:chgData name="Rufus Vijayaratnam (rcfv1g18)" userId="05c908f2-f575-427d-bbaa-8c9c06637bf9" providerId="ADAL" clId="{654D6933-2439-413A-862B-30CEBE413955}" dt="2021-10-02T09:28:38.505" v="23" actId="20577"/>
          <ac:spMkLst>
            <pc:docMk/>
            <pc:sldMk cId="89661156" sldId="257"/>
            <ac:spMk id="2" creationId="{B9C7B56F-AF36-4DB4-91BC-63F9AB0A2E3D}"/>
          </ac:spMkLst>
        </pc:spChg>
        <pc:spChg chg="mod">
          <ac:chgData name="Rufus Vijayaratnam (rcfv1g18)" userId="05c908f2-f575-427d-bbaa-8c9c06637bf9" providerId="ADAL" clId="{654D6933-2439-413A-862B-30CEBE413955}" dt="2021-10-02T09:29:08.228" v="34" actId="20577"/>
          <ac:spMkLst>
            <pc:docMk/>
            <pc:sldMk cId="89661156" sldId="257"/>
            <ac:spMk id="3" creationId="{D50AC285-0CAB-4FB7-95E8-F071C0B0C6AB}"/>
          </ac:spMkLst>
        </pc:spChg>
      </pc:sldChg>
      <pc:sldChg chg="modSp mod">
        <pc:chgData name="Rufus Vijayaratnam (rcfv1g18)" userId="05c908f2-f575-427d-bbaa-8c9c06637bf9" providerId="ADAL" clId="{654D6933-2439-413A-862B-30CEBE413955}" dt="2021-10-03T09:42:29.568" v="63" actId="20577"/>
        <pc:sldMkLst>
          <pc:docMk/>
          <pc:sldMk cId="2331475474" sldId="260"/>
        </pc:sldMkLst>
        <pc:spChg chg="mod">
          <ac:chgData name="Rufus Vijayaratnam (rcfv1g18)" userId="05c908f2-f575-427d-bbaa-8c9c06637bf9" providerId="ADAL" clId="{654D6933-2439-413A-862B-30CEBE413955}" dt="2021-10-03T09:42:29.568" v="63" actId="20577"/>
          <ac:spMkLst>
            <pc:docMk/>
            <pc:sldMk cId="2331475474" sldId="260"/>
            <ac:spMk id="3" creationId="{931ABE26-41AE-43B1-BA43-5BE035A99887}"/>
          </ac:spMkLst>
        </pc:spChg>
      </pc:sldChg>
      <pc:sldChg chg="addSp delSp modSp mod modClrScheme chgLayout">
        <pc:chgData name="Rufus Vijayaratnam (rcfv1g18)" userId="05c908f2-f575-427d-bbaa-8c9c06637bf9" providerId="ADAL" clId="{654D6933-2439-413A-862B-30CEBE413955}" dt="2021-10-04T15:31:36.417" v="237" actId="1076"/>
        <pc:sldMkLst>
          <pc:docMk/>
          <pc:sldMk cId="1071121039" sldId="263"/>
        </pc:sldMkLst>
        <pc:spChg chg="mod">
          <ac:chgData name="Rufus Vijayaratnam (rcfv1g18)" userId="05c908f2-f575-427d-bbaa-8c9c06637bf9" providerId="ADAL" clId="{654D6933-2439-413A-862B-30CEBE413955}" dt="2021-10-03T16:24:10.491" v="80" actId="26606"/>
          <ac:spMkLst>
            <pc:docMk/>
            <pc:sldMk cId="1071121039" sldId="263"/>
            <ac:spMk id="2" creationId="{A33F0A52-1882-4F15-B096-0BED7CCF3360}"/>
          </ac:spMkLst>
        </pc:spChg>
        <pc:spChg chg="mod">
          <ac:chgData name="Rufus Vijayaratnam (rcfv1g18)" userId="05c908f2-f575-427d-bbaa-8c9c06637bf9" providerId="ADAL" clId="{654D6933-2439-413A-862B-30CEBE413955}" dt="2021-10-03T16:25:02.908" v="101" actId="20577"/>
          <ac:spMkLst>
            <pc:docMk/>
            <pc:sldMk cId="1071121039" sldId="263"/>
            <ac:spMk id="3" creationId="{10D9D3C8-0291-4A17-A83B-A6515D056B87}"/>
          </ac:spMkLst>
        </pc:spChg>
        <pc:spChg chg="add del mod">
          <ac:chgData name="Rufus Vijayaratnam (rcfv1g18)" userId="05c908f2-f575-427d-bbaa-8c9c06637bf9" providerId="ADAL" clId="{654D6933-2439-413A-862B-30CEBE413955}" dt="2021-10-03T17:05:09.874" v="228" actId="21"/>
          <ac:spMkLst>
            <pc:docMk/>
            <pc:sldMk cId="1071121039" sldId="263"/>
            <ac:spMk id="4" creationId="{D7D753AB-D3F9-4C56-86DE-EB5C617EF133}"/>
          </ac:spMkLst>
        </pc:spChg>
        <pc:spChg chg="mod ord">
          <ac:chgData name="Rufus Vijayaratnam (rcfv1g18)" userId="05c908f2-f575-427d-bbaa-8c9c06637bf9" providerId="ADAL" clId="{654D6933-2439-413A-862B-30CEBE413955}" dt="2021-10-03T16:24:10.491" v="80" actId="26606"/>
          <ac:spMkLst>
            <pc:docMk/>
            <pc:sldMk cId="1071121039" sldId="263"/>
            <ac:spMk id="5" creationId="{0032BB51-0DF5-427D-8385-02B5697B13C5}"/>
          </ac:spMkLst>
        </pc:spChg>
        <pc:picChg chg="add mod">
          <ac:chgData name="Rufus Vijayaratnam (rcfv1g18)" userId="05c908f2-f575-427d-bbaa-8c9c06637bf9" providerId="ADAL" clId="{654D6933-2439-413A-862B-30CEBE413955}" dt="2021-10-04T15:31:36.417" v="237" actId="1076"/>
          <ac:picMkLst>
            <pc:docMk/>
            <pc:sldMk cId="1071121039" sldId="263"/>
            <ac:picMk id="6" creationId="{4BDD56F8-B8DD-4EA1-A59E-D3349C03A1D8}"/>
          </ac:picMkLst>
        </pc:picChg>
        <pc:picChg chg="add del mod">
          <ac:chgData name="Rufus Vijayaratnam (rcfv1g18)" userId="05c908f2-f575-427d-bbaa-8c9c06637bf9" providerId="ADAL" clId="{654D6933-2439-413A-862B-30CEBE413955}" dt="2021-10-03T17:14:29.111" v="232" actId="478"/>
          <ac:picMkLst>
            <pc:docMk/>
            <pc:sldMk cId="1071121039" sldId="263"/>
            <ac:picMk id="7" creationId="{46049A17-DCDA-4614-BA26-476CE2908247}"/>
          </ac:picMkLst>
        </pc:picChg>
        <pc:picChg chg="add del mod">
          <ac:chgData name="Rufus Vijayaratnam (rcfv1g18)" userId="05c908f2-f575-427d-bbaa-8c9c06637bf9" providerId="ADAL" clId="{654D6933-2439-413A-862B-30CEBE413955}" dt="2021-10-04T15:31:30.751" v="235" actId="478"/>
          <ac:picMkLst>
            <pc:docMk/>
            <pc:sldMk cId="1071121039" sldId="263"/>
            <ac:picMk id="9" creationId="{FD1A4D4C-682E-4222-8DDA-1994DC320E03}"/>
          </ac:picMkLst>
        </pc:picChg>
        <pc:picChg chg="add del mod">
          <ac:chgData name="Rufus Vijayaratnam (rcfv1g18)" userId="05c908f2-f575-427d-bbaa-8c9c06637bf9" providerId="ADAL" clId="{654D6933-2439-413A-862B-30CEBE413955}" dt="2021-10-03T17:05:09.874" v="228" actId="21"/>
          <ac:picMkLst>
            <pc:docMk/>
            <pc:sldMk cId="1071121039" sldId="263"/>
            <ac:picMk id="1026" creationId="{34D3BAA4-25E4-4685-9AE1-0328290D8DD4}"/>
          </ac:picMkLst>
        </pc:picChg>
      </pc:sldChg>
      <pc:sldChg chg="modSp mod">
        <pc:chgData name="Rufus Vijayaratnam (rcfv1g18)" userId="05c908f2-f575-427d-bbaa-8c9c06637bf9" providerId="ADAL" clId="{654D6933-2439-413A-862B-30CEBE413955}" dt="2021-10-03T16:59:48.756" v="194" actId="20577"/>
        <pc:sldMkLst>
          <pc:docMk/>
          <pc:sldMk cId="1311911284" sldId="267"/>
        </pc:sldMkLst>
        <pc:spChg chg="mod">
          <ac:chgData name="Rufus Vijayaratnam (rcfv1g18)" userId="05c908f2-f575-427d-bbaa-8c9c06637bf9" providerId="ADAL" clId="{654D6933-2439-413A-862B-30CEBE413955}" dt="2021-10-03T16:59:48.756" v="194" actId="20577"/>
          <ac:spMkLst>
            <pc:docMk/>
            <pc:sldMk cId="1311911284" sldId="267"/>
            <ac:spMk id="3" creationId="{24CD1A13-BBC0-4931-95B8-55675EFF2641}"/>
          </ac:spMkLst>
        </pc:spChg>
      </pc:sldChg>
      <pc:sldChg chg="modSp del mod">
        <pc:chgData name="Rufus Vijayaratnam (rcfv1g18)" userId="05c908f2-f575-427d-bbaa-8c9c06637bf9" providerId="ADAL" clId="{654D6933-2439-413A-862B-30CEBE413955}" dt="2021-10-02T09:34:03.133" v="37" actId="2696"/>
        <pc:sldMkLst>
          <pc:docMk/>
          <pc:sldMk cId="1471488346" sldId="270"/>
        </pc:sldMkLst>
        <pc:spChg chg="mod">
          <ac:chgData name="Rufus Vijayaratnam (rcfv1g18)" userId="05c908f2-f575-427d-bbaa-8c9c06637bf9" providerId="ADAL" clId="{654D6933-2439-413A-862B-30CEBE413955}" dt="2021-10-02T09:33:52.900" v="36" actId="20577"/>
          <ac:spMkLst>
            <pc:docMk/>
            <pc:sldMk cId="1471488346" sldId="270"/>
            <ac:spMk id="3" creationId="{613E2BF4-4FA7-4E8E-9645-2A27C075BAF9}"/>
          </ac:spMkLst>
        </pc:spChg>
      </pc:sldChg>
      <pc:sldChg chg="addSp delSp modSp mod">
        <pc:chgData name="Rufus Vijayaratnam (rcfv1g18)" userId="05c908f2-f575-427d-bbaa-8c9c06637bf9" providerId="ADAL" clId="{654D6933-2439-413A-862B-30CEBE413955}" dt="2021-10-03T17:03:57.966" v="227" actId="20577"/>
        <pc:sldMkLst>
          <pc:docMk/>
          <pc:sldMk cId="2624979451" sldId="272"/>
        </pc:sldMkLst>
        <pc:spChg chg="mod">
          <ac:chgData name="Rufus Vijayaratnam (rcfv1g18)" userId="05c908f2-f575-427d-bbaa-8c9c06637bf9" providerId="ADAL" clId="{654D6933-2439-413A-862B-30CEBE413955}" dt="2021-10-03T17:03:55.058" v="225" actId="20577"/>
          <ac:spMkLst>
            <pc:docMk/>
            <pc:sldMk cId="2624979451" sldId="272"/>
            <ac:spMk id="2" creationId="{8CF755B4-3C04-4B25-81D1-B2F6FFAF7B78}"/>
          </ac:spMkLst>
        </pc:spChg>
        <pc:spChg chg="mod">
          <ac:chgData name="Rufus Vijayaratnam (rcfv1g18)" userId="05c908f2-f575-427d-bbaa-8c9c06637bf9" providerId="ADAL" clId="{654D6933-2439-413A-862B-30CEBE413955}" dt="2021-10-03T17:03:57.966" v="227" actId="20577"/>
          <ac:spMkLst>
            <pc:docMk/>
            <pc:sldMk cId="2624979451" sldId="272"/>
            <ac:spMk id="3" creationId="{24CD1A13-BBC0-4931-95B8-55675EFF2641}"/>
          </ac:spMkLst>
        </pc:spChg>
        <pc:spChg chg="add del mod">
          <ac:chgData name="Rufus Vijayaratnam (rcfv1g18)" userId="05c908f2-f575-427d-bbaa-8c9c06637bf9" providerId="ADAL" clId="{654D6933-2439-413A-862B-30CEBE413955}" dt="2021-10-03T17:03:28.307" v="208" actId="478"/>
          <ac:spMkLst>
            <pc:docMk/>
            <pc:sldMk cId="2624979451" sldId="272"/>
            <ac:spMk id="7" creationId="{DCC5A812-991F-4664-B161-BA525DC728BE}"/>
          </ac:spMkLst>
        </pc:spChg>
        <pc:spChg chg="add mod">
          <ac:chgData name="Rufus Vijayaratnam (rcfv1g18)" userId="05c908f2-f575-427d-bbaa-8c9c06637bf9" providerId="ADAL" clId="{654D6933-2439-413A-862B-30CEBE413955}" dt="2021-10-03T17:03:41.829" v="223" actId="20577"/>
          <ac:spMkLst>
            <pc:docMk/>
            <pc:sldMk cId="2624979451" sldId="272"/>
            <ac:spMk id="9" creationId="{4191E00A-13CC-4A59-8A45-830B68FD2D5B}"/>
          </ac:spMkLst>
        </pc:spChg>
        <pc:picChg chg="mod">
          <ac:chgData name="Rufus Vijayaratnam (rcfv1g18)" userId="05c908f2-f575-427d-bbaa-8c9c06637bf9" providerId="ADAL" clId="{654D6933-2439-413A-862B-30CEBE413955}" dt="2021-10-03T17:02:57.591" v="198" actId="1076"/>
          <ac:picMkLst>
            <pc:docMk/>
            <pc:sldMk cId="2624979451" sldId="272"/>
            <ac:picMk id="5" creationId="{56A3AA54-B6CA-48E9-9784-F6B9B6F4A165}"/>
          </ac:picMkLst>
        </pc:picChg>
        <pc:picChg chg="add mod">
          <ac:chgData name="Rufus Vijayaratnam (rcfv1g18)" userId="05c908f2-f575-427d-bbaa-8c9c06637bf9" providerId="ADAL" clId="{654D6933-2439-413A-862B-30CEBE413955}" dt="2021-10-03T17:03:07.336" v="201" actId="1076"/>
          <ac:picMkLst>
            <pc:docMk/>
            <pc:sldMk cId="2624979451" sldId="272"/>
            <ac:picMk id="2050" creationId="{E7D579BA-409C-4DFE-93ED-DDCD2F9F7F86}"/>
          </ac:picMkLst>
        </pc:picChg>
        <pc:picChg chg="add del">
          <ac:chgData name="Rufus Vijayaratnam (rcfv1g18)" userId="05c908f2-f575-427d-bbaa-8c9c06637bf9" providerId="ADAL" clId="{654D6933-2439-413A-862B-30CEBE413955}" dt="2021-10-03T17:03:22.876" v="205" actId="478"/>
          <ac:picMkLst>
            <pc:docMk/>
            <pc:sldMk cId="2624979451" sldId="272"/>
            <ac:picMk id="2052" creationId="{F06F6ED7-5FBB-4A9D-86EC-1E9FCEC8BC37}"/>
          </ac:picMkLst>
        </pc:picChg>
        <pc:picChg chg="add del">
          <ac:chgData name="Rufus Vijayaratnam (rcfv1g18)" userId="05c908f2-f575-427d-bbaa-8c9c06637bf9" providerId="ADAL" clId="{654D6933-2439-413A-862B-30CEBE413955}" dt="2021-10-03T17:03:30.121" v="209" actId="478"/>
          <ac:picMkLst>
            <pc:docMk/>
            <pc:sldMk cId="2624979451" sldId="272"/>
            <ac:picMk id="2054" creationId="{2B0300B6-4665-476C-940A-78557544E140}"/>
          </ac:picMkLst>
        </pc:picChg>
      </pc:sldChg>
      <pc:sldChg chg="addSp modSp">
        <pc:chgData name="Rufus Vijayaratnam (rcfv1g18)" userId="05c908f2-f575-427d-bbaa-8c9c06637bf9" providerId="ADAL" clId="{654D6933-2439-413A-862B-30CEBE413955}" dt="2021-10-03T17:05:15.077" v="229"/>
        <pc:sldMkLst>
          <pc:docMk/>
          <pc:sldMk cId="3486083925" sldId="274"/>
        </pc:sldMkLst>
        <pc:spChg chg="add mod">
          <ac:chgData name="Rufus Vijayaratnam (rcfv1g18)" userId="05c908f2-f575-427d-bbaa-8c9c06637bf9" providerId="ADAL" clId="{654D6933-2439-413A-862B-30CEBE413955}" dt="2021-10-03T17:05:15.077" v="229"/>
          <ac:spMkLst>
            <pc:docMk/>
            <pc:sldMk cId="3486083925" sldId="274"/>
            <ac:spMk id="6" creationId="{116CE4A9-9525-44CB-82CE-2ADC6F7031BA}"/>
          </ac:spMkLst>
        </pc:spChg>
        <pc:picChg chg="add mod">
          <ac:chgData name="Rufus Vijayaratnam (rcfv1g18)" userId="05c908f2-f575-427d-bbaa-8c9c06637bf9" providerId="ADAL" clId="{654D6933-2439-413A-862B-30CEBE413955}" dt="2021-10-03T17:05:15.077" v="229"/>
          <ac:picMkLst>
            <pc:docMk/>
            <pc:sldMk cId="3486083925" sldId="274"/>
            <ac:picMk id="5" creationId="{F6644811-3C9D-4D7A-B4C0-648A1D71ED24}"/>
          </ac:picMkLst>
        </pc:picChg>
      </pc:sldChg>
    </pc:docChg>
  </pc:docChgLst>
  <pc:docChgLst>
    <pc:chgData name="Adomas Lebedys (al2u18)" userId="S::al2u18@soton.ac.uk::13114830-c8b5-4639-b4ab-cf65fdd09dd7" providerId="AD" clId="Web-{5401AAAB-D3DB-6AF1-1E89-BBF6B54098E1}"/>
    <pc:docChg chg="modSld">
      <pc:chgData name="Adomas Lebedys (al2u18)" userId="S::al2u18@soton.ac.uk::13114830-c8b5-4639-b4ab-cf65fdd09dd7" providerId="AD" clId="Web-{5401AAAB-D3DB-6AF1-1E89-BBF6B54098E1}" dt="2021-10-02T09:58:14.670" v="156" actId="1076"/>
      <pc:docMkLst>
        <pc:docMk/>
      </pc:docMkLst>
      <pc:sldChg chg="addSp modSp">
        <pc:chgData name="Adomas Lebedys (al2u18)" userId="S::al2u18@soton.ac.uk::13114830-c8b5-4639-b4ab-cf65fdd09dd7" providerId="AD" clId="Web-{5401AAAB-D3DB-6AF1-1E89-BBF6B54098E1}" dt="2021-10-02T09:58:14.670" v="156" actId="1076"/>
        <pc:sldMkLst>
          <pc:docMk/>
          <pc:sldMk cId="2872556588" sldId="258"/>
        </pc:sldMkLst>
        <pc:spChg chg="mod">
          <ac:chgData name="Adomas Lebedys (al2u18)" userId="S::al2u18@soton.ac.uk::13114830-c8b5-4639-b4ab-cf65fdd09dd7" providerId="AD" clId="Web-{5401AAAB-D3DB-6AF1-1E89-BBF6B54098E1}" dt="2021-10-02T09:57:51.857" v="150" actId="20577"/>
          <ac:spMkLst>
            <pc:docMk/>
            <pc:sldMk cId="2872556588" sldId="258"/>
            <ac:spMk id="3" creationId="{812F1C01-7638-4C1D-B4B0-B4494EB2AC2A}"/>
          </ac:spMkLst>
        </pc:spChg>
        <pc:spChg chg="add mod">
          <ac:chgData name="Adomas Lebedys (al2u18)" userId="S::al2u18@soton.ac.uk::13114830-c8b5-4639-b4ab-cf65fdd09dd7" providerId="AD" clId="Web-{5401AAAB-D3DB-6AF1-1E89-BBF6B54098E1}" dt="2021-10-02T09:47:42.747" v="122" actId="20577"/>
          <ac:spMkLst>
            <pc:docMk/>
            <pc:sldMk cId="2872556588" sldId="258"/>
            <ac:spMk id="5" creationId="{35D7EF74-E621-46E4-9013-7F178222810E}"/>
          </ac:spMkLst>
        </pc:spChg>
        <pc:picChg chg="mod">
          <ac:chgData name="Adomas Lebedys (al2u18)" userId="S::al2u18@soton.ac.uk::13114830-c8b5-4639-b4ab-cf65fdd09dd7" providerId="AD" clId="Web-{5401AAAB-D3DB-6AF1-1E89-BBF6B54098E1}" dt="2021-10-02T09:58:14.670" v="156" actId="1076"/>
          <ac:picMkLst>
            <pc:docMk/>
            <pc:sldMk cId="2872556588" sldId="258"/>
            <ac:picMk id="8" creationId="{A69C21E5-6464-42E5-9318-DAE23F5DBB36}"/>
          </ac:picMkLst>
        </pc:picChg>
      </pc:sldChg>
    </pc:docChg>
  </pc:docChgLst>
  <pc:docChgLst>
    <pc:chgData name="Max O'Brien (mao1g19)" userId="S::mao1g19@soton.ac.uk::4b27b8f5-9906-47a1-b728-23f13a5402b6" providerId="AD" clId="Web-{73DFB49D-0339-F874-296F-C9E062620746}"/>
    <pc:docChg chg="addSld modSld sldOrd">
      <pc:chgData name="Max O'Brien (mao1g19)" userId="S::mao1g19@soton.ac.uk::4b27b8f5-9906-47a1-b728-23f13a5402b6" providerId="AD" clId="Web-{73DFB49D-0339-F874-296F-C9E062620746}" dt="2021-10-03T09:52:55.391" v="122" actId="20577"/>
      <pc:docMkLst>
        <pc:docMk/>
      </pc:docMkLst>
      <pc:sldChg chg="modSp">
        <pc:chgData name="Max O'Brien (mao1g19)" userId="S::mao1g19@soton.ac.uk::4b27b8f5-9906-47a1-b728-23f13a5402b6" providerId="AD" clId="Web-{73DFB49D-0339-F874-296F-C9E062620746}" dt="2021-10-03T09:39:35.075" v="115" actId="20577"/>
        <pc:sldMkLst>
          <pc:docMk/>
          <pc:sldMk cId="70479558" sldId="261"/>
        </pc:sldMkLst>
        <pc:spChg chg="mod">
          <ac:chgData name="Max O'Brien (mao1g19)" userId="S::mao1g19@soton.ac.uk::4b27b8f5-9906-47a1-b728-23f13a5402b6" providerId="AD" clId="Web-{73DFB49D-0339-F874-296F-C9E062620746}" dt="2021-10-03T09:39:35.075" v="115" actId="20577"/>
          <ac:spMkLst>
            <pc:docMk/>
            <pc:sldMk cId="70479558" sldId="261"/>
            <ac:spMk id="3" creationId="{A46AA4A6-D48C-40E2-9DCE-C77C19766718}"/>
          </ac:spMkLst>
        </pc:spChg>
      </pc:sldChg>
      <pc:sldChg chg="addSp">
        <pc:chgData name="Max O'Brien (mao1g19)" userId="S::mao1g19@soton.ac.uk::4b27b8f5-9906-47a1-b728-23f13a5402b6" providerId="AD" clId="Web-{73DFB49D-0339-F874-296F-C9E062620746}" dt="2021-10-03T09:23:37.875" v="0"/>
        <pc:sldMkLst>
          <pc:docMk/>
          <pc:sldMk cId="952771496" sldId="264"/>
        </pc:sldMkLst>
        <pc:spChg chg="add">
          <ac:chgData name="Max O'Brien (mao1g19)" userId="S::mao1g19@soton.ac.uk::4b27b8f5-9906-47a1-b728-23f13a5402b6" providerId="AD" clId="Web-{73DFB49D-0339-F874-296F-C9E062620746}" dt="2021-10-03T09:23:37.875" v="0"/>
          <ac:spMkLst>
            <pc:docMk/>
            <pc:sldMk cId="952771496" sldId="264"/>
            <ac:spMk id="25" creationId="{35D1B4FD-B3A9-46D1-B8F1-3607664A8B1C}"/>
          </ac:spMkLst>
        </pc:spChg>
      </pc:sldChg>
      <pc:sldChg chg="ord">
        <pc:chgData name="Max O'Brien (mao1g19)" userId="S::mao1g19@soton.ac.uk::4b27b8f5-9906-47a1-b728-23f13a5402b6" providerId="AD" clId="Web-{73DFB49D-0339-F874-296F-C9E062620746}" dt="2021-10-03T09:33:20.224" v="74"/>
        <pc:sldMkLst>
          <pc:docMk/>
          <pc:sldMk cId="4003261114" sldId="265"/>
        </pc:sldMkLst>
      </pc:sldChg>
      <pc:sldChg chg="modSp">
        <pc:chgData name="Max O'Brien (mao1g19)" userId="S::mao1g19@soton.ac.uk::4b27b8f5-9906-47a1-b728-23f13a5402b6" providerId="AD" clId="Web-{73DFB49D-0339-F874-296F-C9E062620746}" dt="2021-10-03T09:26:46.543" v="73" actId="20577"/>
        <pc:sldMkLst>
          <pc:docMk/>
          <pc:sldMk cId="1311911284" sldId="267"/>
        </pc:sldMkLst>
        <pc:spChg chg="mod">
          <ac:chgData name="Max O'Brien (mao1g19)" userId="S::mao1g19@soton.ac.uk::4b27b8f5-9906-47a1-b728-23f13a5402b6" providerId="AD" clId="Web-{73DFB49D-0339-F874-296F-C9E062620746}" dt="2021-10-03T09:26:46.543" v="73" actId="20577"/>
          <ac:spMkLst>
            <pc:docMk/>
            <pc:sldMk cId="1311911284" sldId="267"/>
            <ac:spMk id="2" creationId="{8CF755B4-3C04-4B25-81D1-B2F6FFAF7B78}"/>
          </ac:spMkLst>
        </pc:spChg>
        <pc:spChg chg="mod">
          <ac:chgData name="Max O'Brien (mao1g19)" userId="S::mao1g19@soton.ac.uk::4b27b8f5-9906-47a1-b728-23f13a5402b6" providerId="AD" clId="Web-{73DFB49D-0339-F874-296F-C9E062620746}" dt="2021-10-03T09:26:17.057" v="59" actId="20577"/>
          <ac:spMkLst>
            <pc:docMk/>
            <pc:sldMk cId="1311911284" sldId="267"/>
            <ac:spMk id="3" creationId="{24CD1A13-BBC0-4931-95B8-55675EFF2641}"/>
          </ac:spMkLst>
        </pc:spChg>
      </pc:sldChg>
      <pc:sldChg chg="delSp modSp add ord replId">
        <pc:chgData name="Max O'Brien (mao1g19)" userId="S::mao1g19@soton.ac.uk::4b27b8f5-9906-47a1-b728-23f13a5402b6" providerId="AD" clId="Web-{73DFB49D-0339-F874-296F-C9E062620746}" dt="2021-10-03T09:36:03.703" v="106"/>
        <pc:sldMkLst>
          <pc:docMk/>
          <pc:sldMk cId="4091251475" sldId="273"/>
        </pc:sldMkLst>
        <pc:spChg chg="mod">
          <ac:chgData name="Max O'Brien (mao1g19)" userId="S::mao1g19@soton.ac.uk::4b27b8f5-9906-47a1-b728-23f13a5402b6" providerId="AD" clId="Web-{73DFB49D-0339-F874-296F-C9E062620746}" dt="2021-10-03T09:35:49.046" v="77" actId="20577"/>
          <ac:spMkLst>
            <pc:docMk/>
            <pc:sldMk cId="4091251475" sldId="273"/>
            <ac:spMk id="2" creationId="{083D8DF6-4919-45E8-8116-1E953840FB9F}"/>
          </ac:spMkLst>
        </pc:spChg>
        <pc:spChg chg="mod">
          <ac:chgData name="Max O'Brien (mao1g19)" userId="S::mao1g19@soton.ac.uk::4b27b8f5-9906-47a1-b728-23f13a5402b6" providerId="AD" clId="Web-{73DFB49D-0339-F874-296F-C9E062620746}" dt="2021-10-03T09:35:57.593" v="104" actId="20577"/>
          <ac:spMkLst>
            <pc:docMk/>
            <pc:sldMk cId="4091251475" sldId="273"/>
            <ac:spMk id="3" creationId="{A46AA4A6-D48C-40E2-9DCE-C77C19766718}"/>
          </ac:spMkLst>
        </pc:spChg>
        <pc:spChg chg="del">
          <ac:chgData name="Max O'Brien (mao1g19)" userId="S::mao1g19@soton.ac.uk::4b27b8f5-9906-47a1-b728-23f13a5402b6" providerId="AD" clId="Web-{73DFB49D-0339-F874-296F-C9E062620746}" dt="2021-10-03T09:36:03.703" v="106"/>
          <ac:spMkLst>
            <pc:docMk/>
            <pc:sldMk cId="4091251475" sldId="273"/>
            <ac:spMk id="5" creationId="{99056909-9196-4A2C-B8B9-810118A8D73F}"/>
          </ac:spMkLst>
        </pc:spChg>
        <pc:picChg chg="del">
          <ac:chgData name="Max O'Brien (mao1g19)" userId="S::mao1g19@soton.ac.uk::4b27b8f5-9906-47a1-b728-23f13a5402b6" providerId="AD" clId="Web-{73DFB49D-0339-F874-296F-C9E062620746}" dt="2021-10-03T09:36:01.593" v="105"/>
          <ac:picMkLst>
            <pc:docMk/>
            <pc:sldMk cId="4091251475" sldId="273"/>
            <ac:picMk id="4" creationId="{B920E3F7-1546-48CA-B665-1A8449D0CDDA}"/>
          </ac:picMkLst>
        </pc:picChg>
      </pc:sldChg>
      <pc:sldChg chg="modSp">
        <pc:chgData name="Max O'Brien (mao1g19)" userId="S::mao1g19@soton.ac.uk::4b27b8f5-9906-47a1-b728-23f13a5402b6" providerId="AD" clId="Web-{73DFB49D-0339-F874-296F-C9E062620746}" dt="2021-10-03T09:52:55.391" v="122" actId="20577"/>
        <pc:sldMkLst>
          <pc:docMk/>
          <pc:sldMk cId="3486083925" sldId="274"/>
        </pc:sldMkLst>
        <pc:spChg chg="mod">
          <ac:chgData name="Max O'Brien (mao1g19)" userId="S::mao1g19@soton.ac.uk::4b27b8f5-9906-47a1-b728-23f13a5402b6" providerId="AD" clId="Web-{73DFB49D-0339-F874-296F-C9E062620746}" dt="2021-10-03T09:52:55.391" v="122" actId="20577"/>
          <ac:spMkLst>
            <pc:docMk/>
            <pc:sldMk cId="3486083925" sldId="274"/>
            <ac:spMk id="3" creationId="{A46AA4A6-D48C-40E2-9DCE-C77C19766718}"/>
          </ac:spMkLst>
        </pc:spChg>
      </pc:sldChg>
    </pc:docChg>
  </pc:docChgLst>
  <pc:docChgLst>
    <pc:chgData name="basra b. (bb1g16)" userId="S::bb1g16@soton.ac.uk::d92bdace-12b1-46c5-97e2-8066acd25346" providerId="AD" clId="Web-{EA1634F1-5E45-59C7-B1B7-CAE4743E541E}"/>
    <pc:docChg chg="addSld modSld">
      <pc:chgData name="basra b. (bb1g16)" userId="S::bb1g16@soton.ac.uk::d92bdace-12b1-46c5-97e2-8066acd25346" providerId="AD" clId="Web-{EA1634F1-5E45-59C7-B1B7-CAE4743E541E}" dt="2020-10-12T20:57:18.050" v="22" actId="1076"/>
      <pc:docMkLst>
        <pc:docMk/>
      </pc:docMkLst>
      <pc:sldChg chg="addSp delSp modSp new">
        <pc:chgData name="basra b. (bb1g16)" userId="S::bb1g16@soton.ac.uk::d92bdace-12b1-46c5-97e2-8066acd25346" providerId="AD" clId="Web-{EA1634F1-5E45-59C7-B1B7-CAE4743E541E}" dt="2020-10-12T20:57:18.050" v="22" actId="1076"/>
        <pc:sldMkLst>
          <pc:docMk/>
          <pc:sldMk cId="1873852154" sldId="271"/>
        </pc:sldMkLst>
        <pc:spChg chg="mod">
          <ac:chgData name="basra b. (bb1g16)" userId="S::bb1g16@soton.ac.uk::d92bdace-12b1-46c5-97e2-8066acd25346" providerId="AD" clId="Web-{EA1634F1-5E45-59C7-B1B7-CAE4743E541E}" dt="2020-10-12T20:56:22.328" v="13" actId="20577"/>
          <ac:spMkLst>
            <pc:docMk/>
            <pc:sldMk cId="1873852154" sldId="271"/>
            <ac:spMk id="2" creationId="{166FFE95-7A21-4BFC-80D5-D6366CC6D7E4}"/>
          </ac:spMkLst>
        </pc:spChg>
        <pc:spChg chg="del">
          <ac:chgData name="basra b. (bb1g16)" userId="S::bb1g16@soton.ac.uk::d92bdace-12b1-46c5-97e2-8066acd25346" providerId="AD" clId="Web-{EA1634F1-5E45-59C7-B1B7-CAE4743E541E}" dt="2020-10-12T20:56:27.312" v="15"/>
          <ac:spMkLst>
            <pc:docMk/>
            <pc:sldMk cId="1873852154" sldId="271"/>
            <ac:spMk id="3" creationId="{44093A78-B2C3-40FB-ADA3-CB90F0F01B3A}"/>
          </ac:spMkLst>
        </pc:spChg>
        <pc:picChg chg="add del mod">
          <ac:chgData name="basra b. (bb1g16)" userId="S::bb1g16@soton.ac.uk::d92bdace-12b1-46c5-97e2-8066acd25346" providerId="AD" clId="Web-{EA1634F1-5E45-59C7-B1B7-CAE4743E541E}" dt="2020-10-12T20:57:05.597" v="19"/>
          <ac:picMkLst>
            <pc:docMk/>
            <pc:sldMk cId="1873852154" sldId="271"/>
            <ac:picMk id="4" creationId="{6B105478-9F57-4CAA-8903-09B39D1B0CB5}"/>
          </ac:picMkLst>
        </pc:picChg>
        <pc:picChg chg="add mod">
          <ac:chgData name="basra b. (bb1g16)" userId="S::bb1g16@soton.ac.uk::d92bdace-12b1-46c5-97e2-8066acd25346" providerId="AD" clId="Web-{EA1634F1-5E45-59C7-B1B7-CAE4743E541E}" dt="2020-10-12T20:57:18.050" v="22" actId="1076"/>
          <ac:picMkLst>
            <pc:docMk/>
            <pc:sldMk cId="1873852154" sldId="271"/>
            <ac:picMk id="5" creationId="{07752E93-5D03-4D97-993A-06EDCE7EA194}"/>
          </ac:picMkLst>
        </pc:picChg>
      </pc:sldChg>
    </pc:docChg>
  </pc:docChgLst>
  <pc:docChgLst>
    <pc:chgData name="Andreas Demenagas (ad1u20)" userId="S::ad1u20@soton.ac.uk::f5d7f336-a571-47e0-8ba9-ea2b516d0c01" providerId="AD" clId="Web-{41C660BF-19AB-553C-32BF-D66F5CF0139C}"/>
    <pc:docChg chg="modSld">
      <pc:chgData name="Andreas Demenagas (ad1u20)" userId="S::ad1u20@soton.ac.uk::f5d7f336-a571-47e0-8ba9-ea2b516d0c01" providerId="AD" clId="Web-{41C660BF-19AB-553C-32BF-D66F5CF0139C}" dt="2022-10-01T11:17:21.228" v="451"/>
      <pc:docMkLst>
        <pc:docMk/>
      </pc:docMkLst>
      <pc:sldChg chg="addSp delSp modSp">
        <pc:chgData name="Andreas Demenagas (ad1u20)" userId="S::ad1u20@soton.ac.uk::f5d7f336-a571-47e0-8ba9-ea2b516d0c01" providerId="AD" clId="Web-{41C660BF-19AB-553C-32BF-D66F5CF0139C}" dt="2022-10-01T11:07:24.903" v="450" actId="1076"/>
        <pc:sldMkLst>
          <pc:docMk/>
          <pc:sldMk cId="4003261114" sldId="265"/>
        </pc:sldMkLst>
        <pc:spChg chg="mod">
          <ac:chgData name="Andreas Demenagas (ad1u20)" userId="S::ad1u20@soton.ac.uk::f5d7f336-a571-47e0-8ba9-ea2b516d0c01" providerId="AD" clId="Web-{41C660BF-19AB-553C-32BF-D66F5CF0139C}" dt="2022-10-01T11:07:24.903" v="450" actId="1076"/>
          <ac:spMkLst>
            <pc:docMk/>
            <pc:sldMk cId="4003261114" sldId="265"/>
            <ac:spMk id="3" creationId="{9680176E-912C-4A81-AA91-493C801C7CA5}"/>
          </ac:spMkLst>
        </pc:spChg>
        <pc:picChg chg="del">
          <ac:chgData name="Andreas Demenagas (ad1u20)" userId="S::ad1u20@soton.ac.uk::f5d7f336-a571-47e0-8ba9-ea2b516d0c01" providerId="AD" clId="Web-{41C660BF-19AB-553C-32BF-D66F5CF0139C}" dt="2022-10-01T10:32:54.843" v="0"/>
          <ac:picMkLst>
            <pc:docMk/>
            <pc:sldMk cId="4003261114" sldId="265"/>
            <ac:picMk id="4" creationId="{FB57F1DF-E042-46C7-8813-9657670AF912}"/>
          </ac:picMkLst>
        </pc:picChg>
        <pc:picChg chg="add mod">
          <ac:chgData name="Andreas Demenagas (ad1u20)" userId="S::ad1u20@soton.ac.uk::f5d7f336-a571-47e0-8ba9-ea2b516d0c01" providerId="AD" clId="Web-{41C660BF-19AB-553C-32BF-D66F5CF0139C}" dt="2022-10-01T11:06:29.058" v="385" actId="1076"/>
          <ac:picMkLst>
            <pc:docMk/>
            <pc:sldMk cId="4003261114" sldId="265"/>
            <ac:picMk id="5" creationId="{7D33116A-EA45-53B3-795A-920E90F66DC7}"/>
          </ac:picMkLst>
        </pc:picChg>
      </pc:sldChg>
      <pc:sldChg chg="addSp delSp modSp">
        <pc:chgData name="Andreas Demenagas (ad1u20)" userId="S::ad1u20@soton.ac.uk::f5d7f336-a571-47e0-8ba9-ea2b516d0c01" providerId="AD" clId="Web-{41C660BF-19AB-553C-32BF-D66F5CF0139C}" dt="2022-10-01T10:58:07.875" v="292" actId="1076"/>
        <pc:sldMkLst>
          <pc:docMk/>
          <pc:sldMk cId="1873852154" sldId="271"/>
        </pc:sldMkLst>
        <pc:spChg chg="mod">
          <ac:chgData name="Andreas Demenagas (ad1u20)" userId="S::ad1u20@soton.ac.uk::f5d7f336-a571-47e0-8ba9-ea2b516d0c01" providerId="AD" clId="Web-{41C660BF-19AB-553C-32BF-D66F5CF0139C}" dt="2022-10-01T10:48:32.988" v="67" actId="14100"/>
          <ac:spMkLst>
            <pc:docMk/>
            <pc:sldMk cId="1873852154" sldId="271"/>
            <ac:spMk id="2" creationId="{166FFE95-7A21-4BFC-80D5-D6366CC6D7E4}"/>
          </ac:spMkLst>
        </pc:spChg>
        <pc:spChg chg="add mod">
          <ac:chgData name="Andreas Demenagas (ad1u20)" userId="S::ad1u20@soton.ac.uk::f5d7f336-a571-47e0-8ba9-ea2b516d0c01" providerId="AD" clId="Web-{41C660BF-19AB-553C-32BF-D66F5CF0139C}" dt="2022-10-01T10:57:25.499" v="285" actId="1076"/>
          <ac:spMkLst>
            <pc:docMk/>
            <pc:sldMk cId="1873852154" sldId="271"/>
            <ac:spMk id="3" creationId="{7964455D-0821-E7EB-221D-0A0D2B76B0E4}"/>
          </ac:spMkLst>
        </pc:spChg>
        <pc:spChg chg="del mod">
          <ac:chgData name="Andreas Demenagas (ad1u20)" userId="S::ad1u20@soton.ac.uk::f5d7f336-a571-47e0-8ba9-ea2b516d0c01" providerId="AD" clId="Web-{41C660BF-19AB-553C-32BF-D66F5CF0139C}" dt="2022-10-01T10:48:43.535" v="71"/>
          <ac:spMkLst>
            <pc:docMk/>
            <pc:sldMk cId="1873852154" sldId="271"/>
            <ac:spMk id="6" creationId="{D129D9D4-1B42-400E-8DC6-82D04C3B4779}"/>
          </ac:spMkLst>
        </pc:spChg>
        <pc:spChg chg="add mod">
          <ac:chgData name="Andreas Demenagas (ad1u20)" userId="S::ad1u20@soton.ac.uk::f5d7f336-a571-47e0-8ba9-ea2b516d0c01" providerId="AD" clId="Web-{41C660BF-19AB-553C-32BF-D66F5CF0139C}" dt="2022-10-01T10:56:13.982" v="269" actId="1076"/>
          <ac:spMkLst>
            <pc:docMk/>
            <pc:sldMk cId="1873852154" sldId="271"/>
            <ac:spMk id="7" creationId="{9C619D33-BF2F-E9CE-233E-0984E2201B8F}"/>
          </ac:spMkLst>
        </pc:spChg>
        <pc:spChg chg="del mod">
          <ac:chgData name="Andreas Demenagas (ad1u20)" userId="S::ad1u20@soton.ac.uk::f5d7f336-a571-47e0-8ba9-ea2b516d0c01" providerId="AD" clId="Web-{41C660BF-19AB-553C-32BF-D66F5CF0139C}" dt="2022-10-01T10:50:21.678" v="175"/>
          <ac:spMkLst>
            <pc:docMk/>
            <pc:sldMk cId="1873852154" sldId="271"/>
            <ac:spMk id="8" creationId="{E7A687A1-32F5-4F1D-A9EB-27B70956287B}"/>
          </ac:spMkLst>
        </pc:spChg>
        <pc:spChg chg="add mod">
          <ac:chgData name="Andreas Demenagas (ad1u20)" userId="S::ad1u20@soton.ac.uk::f5d7f336-a571-47e0-8ba9-ea2b516d0c01" providerId="AD" clId="Web-{41C660BF-19AB-553C-32BF-D66F5CF0139C}" dt="2022-10-01T10:58:07.875" v="292" actId="1076"/>
          <ac:spMkLst>
            <pc:docMk/>
            <pc:sldMk cId="1873852154" sldId="271"/>
            <ac:spMk id="9" creationId="{A04FF232-24FE-3550-D547-F083E67B29D3}"/>
          </ac:spMkLst>
        </pc:spChg>
        <pc:spChg chg="add del mod">
          <ac:chgData name="Andreas Demenagas (ad1u20)" userId="S::ad1u20@soton.ac.uk::f5d7f336-a571-47e0-8ba9-ea2b516d0c01" providerId="AD" clId="Web-{41C660BF-19AB-553C-32BF-D66F5CF0139C}" dt="2022-10-01T10:56:48.155" v="274"/>
          <ac:spMkLst>
            <pc:docMk/>
            <pc:sldMk cId="1873852154" sldId="271"/>
            <ac:spMk id="10" creationId="{FD109AB7-25A2-7A0B-D18F-01BCDF951A2F}"/>
          </ac:spMkLst>
        </pc:spChg>
        <pc:picChg chg="mod">
          <ac:chgData name="Andreas Demenagas (ad1u20)" userId="S::ad1u20@soton.ac.uk::f5d7f336-a571-47e0-8ba9-ea2b516d0c01" providerId="AD" clId="Web-{41C660BF-19AB-553C-32BF-D66F5CF0139C}" dt="2022-10-01T10:58:01.109" v="291" actId="1076"/>
          <ac:picMkLst>
            <pc:docMk/>
            <pc:sldMk cId="1873852154" sldId="271"/>
            <ac:picMk id="4" creationId="{908DC8F4-743C-4D71-A447-E7DD5F52DEF0}"/>
          </ac:picMkLst>
        </pc:picChg>
        <pc:picChg chg="add del mod modCrop">
          <ac:chgData name="Andreas Demenagas (ad1u20)" userId="S::ad1u20@soton.ac.uk::f5d7f336-a571-47e0-8ba9-ea2b516d0c01" providerId="AD" clId="Web-{41C660BF-19AB-553C-32BF-D66F5CF0139C}" dt="2022-10-01T10:54:42.308" v="182"/>
          <ac:picMkLst>
            <pc:docMk/>
            <pc:sldMk cId="1873852154" sldId="271"/>
            <ac:picMk id="5" creationId="{CC9C40D6-045C-FF6C-805E-7D3B9D1A501D}"/>
          </ac:picMkLst>
        </pc:picChg>
      </pc:sldChg>
      <pc:sldChg chg="delCm">
        <pc:chgData name="Andreas Demenagas (ad1u20)" userId="S::ad1u20@soton.ac.uk::f5d7f336-a571-47e0-8ba9-ea2b516d0c01" providerId="AD" clId="Web-{41C660BF-19AB-553C-32BF-D66F5CF0139C}" dt="2022-10-01T11:17:21.228" v="451"/>
        <pc:sldMkLst>
          <pc:docMk/>
          <pc:sldMk cId="3054045497" sldId="277"/>
        </pc:sldMkLst>
      </pc:sldChg>
      <pc:sldChg chg="modSp">
        <pc:chgData name="Andreas Demenagas (ad1u20)" userId="S::ad1u20@soton.ac.uk::f5d7f336-a571-47e0-8ba9-ea2b516d0c01" providerId="AD" clId="Web-{41C660BF-19AB-553C-32BF-D66F5CF0139C}" dt="2022-10-01T10:47:24.721" v="61" actId="20577"/>
        <pc:sldMkLst>
          <pc:docMk/>
          <pc:sldMk cId="1555978848" sldId="282"/>
        </pc:sldMkLst>
        <pc:graphicFrameChg chg="modGraphic">
          <ac:chgData name="Andreas Demenagas (ad1u20)" userId="S::ad1u20@soton.ac.uk::f5d7f336-a571-47e0-8ba9-ea2b516d0c01" providerId="AD" clId="Web-{41C660BF-19AB-553C-32BF-D66F5CF0139C}" dt="2022-10-01T10:47:24.721" v="61" actId="20577"/>
          <ac:graphicFrameMkLst>
            <pc:docMk/>
            <pc:sldMk cId="1555978848" sldId="282"/>
            <ac:graphicFrameMk id="4" creationId="{1808A8C4-F0FB-46CA-9F98-CE907060C37C}"/>
          </ac:graphicFrameMkLst>
        </pc:graphicFrameChg>
      </pc:sldChg>
      <pc:sldChg chg="modSp">
        <pc:chgData name="Andreas Demenagas (ad1u20)" userId="S::ad1u20@soton.ac.uk::f5d7f336-a571-47e0-8ba9-ea2b516d0c01" providerId="AD" clId="Web-{41C660BF-19AB-553C-32BF-D66F5CF0139C}" dt="2022-10-01T11:05:28.666" v="361" actId="20577"/>
        <pc:sldMkLst>
          <pc:docMk/>
          <pc:sldMk cId="4235371649" sldId="283"/>
        </pc:sldMkLst>
        <pc:spChg chg="mod">
          <ac:chgData name="Andreas Demenagas (ad1u20)" userId="S::ad1u20@soton.ac.uk::f5d7f336-a571-47e0-8ba9-ea2b516d0c01" providerId="AD" clId="Web-{41C660BF-19AB-553C-32BF-D66F5CF0139C}" dt="2022-10-01T11:05:28.666" v="361" actId="20577"/>
          <ac:spMkLst>
            <pc:docMk/>
            <pc:sldMk cId="4235371649" sldId="283"/>
            <ac:spMk id="3" creationId="{A8390DD6-97E2-4DDC-9ECB-7BD6B00E0751}"/>
          </ac:spMkLst>
        </pc:spChg>
      </pc:sldChg>
    </pc:docChg>
  </pc:docChgLst>
  <pc:docChgLst>
    <pc:chgData name="Max O'Brien (mao1g19)" userId="S::mao1g19@soton.ac.uk::4b27b8f5-9906-47a1-b728-23f13a5402b6" providerId="AD" clId="Web-{41392E14-9EC5-65A0-F643-55D8530AAB8C}"/>
    <pc:docChg chg="modSld">
      <pc:chgData name="Max O'Brien (mao1g19)" userId="S::mao1g19@soton.ac.uk::4b27b8f5-9906-47a1-b728-23f13a5402b6" providerId="AD" clId="Web-{41392E14-9EC5-65A0-F643-55D8530AAB8C}" dt="2021-10-03T20:33:34.784" v="669" actId="20577"/>
      <pc:docMkLst>
        <pc:docMk/>
      </pc:docMkLst>
      <pc:sldChg chg="modSp">
        <pc:chgData name="Max O'Brien (mao1g19)" userId="S::mao1g19@soton.ac.uk::4b27b8f5-9906-47a1-b728-23f13a5402b6" providerId="AD" clId="Web-{41392E14-9EC5-65A0-F643-55D8530AAB8C}" dt="2021-10-03T20:23:04.096" v="175" actId="20577"/>
        <pc:sldMkLst>
          <pc:docMk/>
          <pc:sldMk cId="70479558" sldId="261"/>
        </pc:sldMkLst>
        <pc:spChg chg="mod">
          <ac:chgData name="Max O'Brien (mao1g19)" userId="S::mao1g19@soton.ac.uk::4b27b8f5-9906-47a1-b728-23f13a5402b6" providerId="AD" clId="Web-{41392E14-9EC5-65A0-F643-55D8530AAB8C}" dt="2021-10-03T20:23:04.096" v="175" actId="20577"/>
          <ac:spMkLst>
            <pc:docMk/>
            <pc:sldMk cId="70479558" sldId="261"/>
            <ac:spMk id="3" creationId="{A46AA4A6-D48C-40E2-9DCE-C77C19766718}"/>
          </ac:spMkLst>
        </pc:spChg>
      </pc:sldChg>
      <pc:sldChg chg="addSp modSp">
        <pc:chgData name="Max O'Brien (mao1g19)" userId="S::mao1g19@soton.ac.uk::4b27b8f5-9906-47a1-b728-23f13a5402b6" providerId="AD" clId="Web-{41392E14-9EC5-65A0-F643-55D8530AAB8C}" dt="2021-10-03T20:28:02.198" v="576" actId="1076"/>
        <pc:sldMkLst>
          <pc:docMk/>
          <pc:sldMk cId="952771496" sldId="264"/>
        </pc:sldMkLst>
        <pc:spChg chg="add mod">
          <ac:chgData name="Max O'Brien (mao1g19)" userId="S::mao1g19@soton.ac.uk::4b27b8f5-9906-47a1-b728-23f13a5402b6" providerId="AD" clId="Web-{41392E14-9EC5-65A0-F643-55D8530AAB8C}" dt="2021-10-03T20:28:02.198" v="576" actId="1076"/>
          <ac:spMkLst>
            <pc:docMk/>
            <pc:sldMk cId="952771496" sldId="264"/>
            <ac:spMk id="3" creationId="{6B9C2AE8-322D-49F8-A351-E3FF5173DB7D}"/>
          </ac:spMkLst>
        </pc:spChg>
        <pc:spChg chg="mod">
          <ac:chgData name="Max O'Brien (mao1g19)" userId="S::mao1g19@soton.ac.uk::4b27b8f5-9906-47a1-b728-23f13a5402b6" providerId="AD" clId="Web-{41392E14-9EC5-65A0-F643-55D8530AAB8C}" dt="2021-10-03T20:26:42.555" v="513" actId="20577"/>
          <ac:spMkLst>
            <pc:docMk/>
            <pc:sldMk cId="952771496" sldId="264"/>
            <ac:spMk id="34" creationId="{F0DF704E-7CAB-4380-9630-5D81C8EFC8B3}"/>
          </ac:spMkLst>
        </pc:spChg>
      </pc:sldChg>
      <pc:sldChg chg="addSp delSp modSp">
        <pc:chgData name="Max O'Brien (mao1g19)" userId="S::mao1g19@soton.ac.uk::4b27b8f5-9906-47a1-b728-23f13a5402b6" providerId="AD" clId="Web-{41392E14-9EC5-65A0-F643-55D8530AAB8C}" dt="2021-10-03T20:22:33.674" v="163" actId="1076"/>
        <pc:sldMkLst>
          <pc:docMk/>
          <pc:sldMk cId="4273636232" sldId="266"/>
        </pc:sldMkLst>
        <pc:spChg chg="mod">
          <ac:chgData name="Max O'Brien (mao1g19)" userId="S::mao1g19@soton.ac.uk::4b27b8f5-9906-47a1-b728-23f13a5402b6" providerId="AD" clId="Web-{41392E14-9EC5-65A0-F643-55D8530AAB8C}" dt="2021-10-03T20:19:54.107" v="148" actId="20577"/>
          <ac:spMkLst>
            <pc:docMk/>
            <pc:sldMk cId="4273636232" sldId="266"/>
            <ac:spMk id="3" creationId="{A9678E46-7441-4CCC-9BDD-73325BD94683}"/>
          </ac:spMkLst>
        </pc:spChg>
        <pc:spChg chg="del mod">
          <ac:chgData name="Max O'Brien (mao1g19)" userId="S::mao1g19@soton.ac.uk::4b27b8f5-9906-47a1-b728-23f13a5402b6" providerId="AD" clId="Web-{41392E14-9EC5-65A0-F643-55D8530AAB8C}" dt="2021-10-03T20:22:31.111" v="162"/>
          <ac:spMkLst>
            <pc:docMk/>
            <pc:sldMk cId="4273636232" sldId="266"/>
            <ac:spMk id="4" creationId="{48BA68EE-6051-4745-97A0-A748ECA5C904}"/>
          </ac:spMkLst>
        </pc:spChg>
        <pc:picChg chg="add mod modCrop">
          <ac:chgData name="Max O'Brien (mao1g19)" userId="S::mao1g19@soton.ac.uk::4b27b8f5-9906-47a1-b728-23f13a5402b6" providerId="AD" clId="Web-{41392E14-9EC5-65A0-F643-55D8530AAB8C}" dt="2021-10-03T20:22:33.674" v="163" actId="1076"/>
          <ac:picMkLst>
            <pc:docMk/>
            <pc:sldMk cId="4273636232" sldId="266"/>
            <ac:picMk id="5" creationId="{29474684-6FEB-4622-9CE2-83044ED36896}"/>
          </ac:picMkLst>
        </pc:picChg>
        <pc:picChg chg="add mod">
          <ac:chgData name="Max O'Brien (mao1g19)" userId="S::mao1g19@soton.ac.uk::4b27b8f5-9906-47a1-b728-23f13a5402b6" providerId="AD" clId="Web-{41392E14-9EC5-65A0-F643-55D8530AAB8C}" dt="2021-10-03T20:22:03.204" v="158" actId="1076"/>
          <ac:picMkLst>
            <pc:docMk/>
            <pc:sldMk cId="4273636232" sldId="266"/>
            <ac:picMk id="6" creationId="{88AFE7C0-B77C-464F-8ABA-C1F808CAED3F}"/>
          </ac:picMkLst>
        </pc:picChg>
        <pc:picChg chg="add mod">
          <ac:chgData name="Max O'Brien (mao1g19)" userId="S::mao1g19@soton.ac.uk::4b27b8f5-9906-47a1-b728-23f13a5402b6" providerId="AD" clId="Web-{41392E14-9EC5-65A0-F643-55D8530AAB8C}" dt="2021-10-03T20:22:26.705" v="160" actId="1076"/>
          <ac:picMkLst>
            <pc:docMk/>
            <pc:sldMk cId="4273636232" sldId="266"/>
            <ac:picMk id="7" creationId="{167DDE18-0B60-4FDE-A5F2-EC95EEB5A38D}"/>
          </ac:picMkLst>
        </pc:picChg>
      </pc:sldChg>
      <pc:sldChg chg="modSp">
        <pc:chgData name="Max O'Brien (mao1g19)" userId="S::mao1g19@soton.ac.uk::4b27b8f5-9906-47a1-b728-23f13a5402b6" providerId="AD" clId="Web-{41392E14-9EC5-65A0-F643-55D8530AAB8C}" dt="2021-10-03T20:33:34.784" v="669" actId="20577"/>
        <pc:sldMkLst>
          <pc:docMk/>
          <pc:sldMk cId="4091251475" sldId="273"/>
        </pc:sldMkLst>
        <pc:spChg chg="mod">
          <ac:chgData name="Max O'Brien (mao1g19)" userId="S::mao1g19@soton.ac.uk::4b27b8f5-9906-47a1-b728-23f13a5402b6" providerId="AD" clId="Web-{41392E14-9EC5-65A0-F643-55D8530AAB8C}" dt="2021-10-03T20:33:34.784" v="669" actId="20577"/>
          <ac:spMkLst>
            <pc:docMk/>
            <pc:sldMk cId="4091251475" sldId="273"/>
            <ac:spMk id="3" creationId="{A46AA4A6-D48C-40E2-9DCE-C77C19766718}"/>
          </ac:spMkLst>
        </pc:spChg>
        <pc:spChg chg="mod">
          <ac:chgData name="Max O'Brien (mao1g19)" userId="S::mao1g19@soton.ac.uk::4b27b8f5-9906-47a1-b728-23f13a5402b6" providerId="AD" clId="Web-{41392E14-9EC5-65A0-F643-55D8530AAB8C}" dt="2021-10-03T20:30:18.514" v="636" actId="1076"/>
          <ac:spMkLst>
            <pc:docMk/>
            <pc:sldMk cId="4091251475" sldId="273"/>
            <ac:spMk id="4" creationId="{D3892B4D-4D44-49FD-AD4F-51910EAC39C0}"/>
          </ac:spMkLst>
        </pc:spChg>
      </pc:sldChg>
    </pc:docChg>
  </pc:docChgLst>
  <pc:docChgLst>
    <pc:chgData name="forys p.g. (pgf1u19)" userId="S::pgf1u19@soton.ac.uk::c9e18917-3ec0-4071-a45d-b7cbca311432" providerId="AD" clId="Web-{43718CCF-C293-46EC-DE7D-FD535ECD8160}"/>
    <pc:docChg chg="modSld">
      <pc:chgData name="forys p.g. (pgf1u19)" userId="S::pgf1u19@soton.ac.uk::c9e18917-3ec0-4071-a45d-b7cbca311432" providerId="AD" clId="Web-{43718CCF-C293-46EC-DE7D-FD535ECD8160}" dt="2020-10-06T21:12:50.325" v="18" actId="20577"/>
      <pc:docMkLst>
        <pc:docMk/>
      </pc:docMkLst>
      <pc:sldChg chg="modSp">
        <pc:chgData name="forys p.g. (pgf1u19)" userId="S::pgf1u19@soton.ac.uk::c9e18917-3ec0-4071-a45d-b7cbca311432" providerId="AD" clId="Web-{43718CCF-C293-46EC-DE7D-FD535ECD8160}" dt="2020-10-06T21:12:48.903" v="16" actId="20577"/>
        <pc:sldMkLst>
          <pc:docMk/>
          <pc:sldMk cId="2197451860" sldId="259"/>
        </pc:sldMkLst>
        <pc:spChg chg="mod">
          <ac:chgData name="forys p.g. (pgf1u19)" userId="S::pgf1u19@soton.ac.uk::c9e18917-3ec0-4071-a45d-b7cbca311432" providerId="AD" clId="Web-{43718CCF-C293-46EC-DE7D-FD535ECD8160}" dt="2020-10-06T21:12:48.903" v="16" actId="20577"/>
          <ac:spMkLst>
            <pc:docMk/>
            <pc:sldMk cId="2197451860" sldId="259"/>
            <ac:spMk id="3" creationId="{90303D84-A551-4E7D-9CE5-6AD514444533}"/>
          </ac:spMkLst>
        </pc:spChg>
      </pc:sldChg>
    </pc:docChg>
  </pc:docChgLst>
  <pc:docChgLst>
    <pc:chgData name="forys p.g. (pgf1u19)" userId="S::pgf1u19@soton.ac.uk::c9e18917-3ec0-4071-a45d-b7cbca311432" providerId="AD" clId="Web-{DEC58B39-A61C-9244-A782-A121584D2025}"/>
    <pc:docChg chg="modSld">
      <pc:chgData name="forys p.g. (pgf1u19)" userId="S::pgf1u19@soton.ac.uk::c9e18917-3ec0-4071-a45d-b7cbca311432" providerId="AD" clId="Web-{DEC58B39-A61C-9244-A782-A121584D2025}" dt="2020-10-08T12:10:01.901" v="362"/>
      <pc:docMkLst>
        <pc:docMk/>
      </pc:docMkLst>
      <pc:sldChg chg="modNotes">
        <pc:chgData name="forys p.g. (pgf1u19)" userId="S::pgf1u19@soton.ac.uk::c9e18917-3ec0-4071-a45d-b7cbca311432" providerId="AD" clId="Web-{DEC58B39-A61C-9244-A782-A121584D2025}" dt="2020-10-08T12:07:55.339" v="339"/>
        <pc:sldMkLst>
          <pc:docMk/>
          <pc:sldMk cId="2872556588" sldId="258"/>
        </pc:sldMkLst>
      </pc:sldChg>
      <pc:sldChg chg="modNotes">
        <pc:chgData name="forys p.g. (pgf1u19)" userId="S::pgf1u19@soton.ac.uk::c9e18917-3ec0-4071-a45d-b7cbca311432" providerId="AD" clId="Web-{DEC58B39-A61C-9244-A782-A121584D2025}" dt="2020-10-08T12:08:11.292" v="360"/>
        <pc:sldMkLst>
          <pc:docMk/>
          <pc:sldMk cId="2197451860" sldId="259"/>
        </pc:sldMkLst>
      </pc:sldChg>
      <pc:sldChg chg="modNotes">
        <pc:chgData name="forys p.g. (pgf1u19)" userId="S::pgf1u19@soton.ac.uk::c9e18917-3ec0-4071-a45d-b7cbca311432" providerId="AD" clId="Web-{DEC58B39-A61C-9244-A782-A121584D2025}" dt="2020-10-08T12:10:01.901" v="362"/>
        <pc:sldMkLst>
          <pc:docMk/>
          <pc:sldMk cId="266832973" sldId="262"/>
        </pc:sldMkLst>
      </pc:sldChg>
    </pc:docChg>
  </pc:docChgLst>
  <pc:docChgLst>
    <pc:chgData name="Toby Godfrey (tmag1g21)" userId="S::tmag1g21@soton.ac.uk::8bc389c1-7653-47d1-8d3c-449ef9682d03" providerId="AD" clId="Web-{E07E9820-F655-674B-CDB0-E95C368BC87E}"/>
    <pc:docChg chg="modSld">
      <pc:chgData name="Toby Godfrey (tmag1g21)" userId="S::tmag1g21@soton.ac.uk::8bc389c1-7653-47d1-8d3c-449ef9682d03" providerId="AD" clId="Web-{E07E9820-F655-674B-CDB0-E95C368BC87E}" dt="2023-10-04T21:26:57.561" v="28" actId="1076"/>
      <pc:docMkLst>
        <pc:docMk/>
      </pc:docMkLst>
      <pc:sldChg chg="addSp modSp">
        <pc:chgData name="Toby Godfrey (tmag1g21)" userId="S::tmag1g21@soton.ac.uk::8bc389c1-7653-47d1-8d3c-449ef9682d03" providerId="AD" clId="Web-{E07E9820-F655-674B-CDB0-E95C368BC87E}" dt="2023-10-04T21:26:57.561" v="28" actId="1076"/>
        <pc:sldMkLst>
          <pc:docMk/>
          <pc:sldMk cId="2294704756" sldId="270"/>
        </pc:sldMkLst>
        <pc:spChg chg="mod">
          <ac:chgData name="Toby Godfrey (tmag1g21)" userId="S::tmag1g21@soton.ac.uk::8bc389c1-7653-47d1-8d3c-449ef9682d03" providerId="AD" clId="Web-{E07E9820-F655-674B-CDB0-E95C368BC87E}" dt="2023-10-04T21:26:14.277" v="26" actId="14100"/>
          <ac:spMkLst>
            <pc:docMk/>
            <pc:sldMk cId="2294704756" sldId="270"/>
            <ac:spMk id="3" creationId="{E4C7E850-C7FE-ECDC-F84E-940603099641}"/>
          </ac:spMkLst>
        </pc:spChg>
        <pc:picChg chg="add mod">
          <ac:chgData name="Toby Godfrey (tmag1g21)" userId="S::tmag1g21@soton.ac.uk::8bc389c1-7653-47d1-8d3c-449ef9682d03" providerId="AD" clId="Web-{E07E9820-F655-674B-CDB0-E95C368BC87E}" dt="2023-10-04T21:26:57.561" v="28" actId="1076"/>
          <ac:picMkLst>
            <pc:docMk/>
            <pc:sldMk cId="2294704756" sldId="270"/>
            <ac:picMk id="4" creationId="{318A702C-CEB5-A939-4B99-4689055C25C5}"/>
          </ac:picMkLst>
        </pc:picChg>
      </pc:sldChg>
    </pc:docChg>
  </pc:docChgLst>
  <pc:docChgLst>
    <pc:chgData name="forys p.g. (pgf1u19)" userId="S::pgf1u19@soton.ac.uk::c9e18917-3ec0-4071-a45d-b7cbca311432" providerId="AD" clId="Web-{20E4047C-936A-3AA0-FAC5-1B6B657F1F0F}"/>
    <pc:docChg chg="addSld modSld">
      <pc:chgData name="forys p.g. (pgf1u19)" userId="S::pgf1u19@soton.ac.uk::c9e18917-3ec0-4071-a45d-b7cbca311432" providerId="AD" clId="Web-{20E4047C-936A-3AA0-FAC5-1B6B657F1F0F}" dt="2020-10-08T18:05:29.657" v="211"/>
      <pc:docMkLst>
        <pc:docMk/>
      </pc:docMkLst>
      <pc:sldChg chg="modNotes">
        <pc:chgData name="forys p.g. (pgf1u19)" userId="S::pgf1u19@soton.ac.uk::c9e18917-3ec0-4071-a45d-b7cbca311432" providerId="AD" clId="Web-{20E4047C-936A-3AA0-FAC5-1B6B657F1F0F}" dt="2020-10-08T17:42:52.612" v="123"/>
        <pc:sldMkLst>
          <pc:docMk/>
          <pc:sldMk cId="2872556588" sldId="258"/>
        </pc:sldMkLst>
      </pc:sldChg>
      <pc:sldChg chg="addSp delSp modSp modNotes">
        <pc:chgData name="forys p.g. (pgf1u19)" userId="S::pgf1u19@soton.ac.uk::c9e18917-3ec0-4071-a45d-b7cbca311432" providerId="AD" clId="Web-{20E4047C-936A-3AA0-FAC5-1B6B657F1F0F}" dt="2020-10-08T17:58:47.028" v="184" actId="1076"/>
        <pc:sldMkLst>
          <pc:docMk/>
          <pc:sldMk cId="2197451860" sldId="259"/>
        </pc:sldMkLst>
        <pc:picChg chg="del mod">
          <ac:chgData name="forys p.g. (pgf1u19)" userId="S::pgf1u19@soton.ac.uk::c9e18917-3ec0-4071-a45d-b7cbca311432" providerId="AD" clId="Web-{20E4047C-936A-3AA0-FAC5-1B6B657F1F0F}" dt="2020-10-08T17:57:23.433" v="180"/>
          <ac:picMkLst>
            <pc:docMk/>
            <pc:sldMk cId="2197451860" sldId="259"/>
            <ac:picMk id="4" creationId="{7F82BD5B-6CCD-465B-B35C-FC4A4D769557}"/>
          </ac:picMkLst>
        </pc:picChg>
        <pc:picChg chg="add mod">
          <ac:chgData name="forys p.g. (pgf1u19)" userId="S::pgf1u19@soton.ac.uk::c9e18917-3ec0-4071-a45d-b7cbca311432" providerId="AD" clId="Web-{20E4047C-936A-3AA0-FAC5-1B6B657F1F0F}" dt="2020-10-08T17:58:47.028" v="184" actId="1076"/>
          <ac:picMkLst>
            <pc:docMk/>
            <pc:sldMk cId="2197451860" sldId="259"/>
            <ac:picMk id="5" creationId="{72CB1BE7-EADC-418A-BF14-ED48BEE76D3F}"/>
          </ac:picMkLst>
        </pc:picChg>
      </pc:sldChg>
      <pc:sldChg chg="modSp modNotes">
        <pc:chgData name="forys p.g. (pgf1u19)" userId="S::pgf1u19@soton.ac.uk::c9e18917-3ec0-4071-a45d-b7cbca311432" providerId="AD" clId="Web-{20E4047C-936A-3AA0-FAC5-1B6B657F1F0F}" dt="2020-10-08T18:05:29.657" v="211"/>
        <pc:sldMkLst>
          <pc:docMk/>
          <pc:sldMk cId="266832973" sldId="262"/>
        </pc:sldMkLst>
        <pc:spChg chg="mod">
          <ac:chgData name="forys p.g. (pgf1u19)" userId="S::pgf1u19@soton.ac.uk::c9e18917-3ec0-4071-a45d-b7cbca311432" providerId="AD" clId="Web-{20E4047C-936A-3AA0-FAC5-1B6B657F1F0F}" dt="2020-10-08T18:02:14.592" v="208" actId="20577"/>
          <ac:spMkLst>
            <pc:docMk/>
            <pc:sldMk cId="266832973" sldId="262"/>
            <ac:spMk id="3" creationId="{2BBD6822-0A3F-4D21-9826-2571449358F3}"/>
          </ac:spMkLst>
        </pc:spChg>
      </pc:sldChg>
      <pc:sldChg chg="modSp new">
        <pc:chgData name="forys p.g. (pgf1u19)" userId="S::pgf1u19@soton.ac.uk::c9e18917-3ec0-4071-a45d-b7cbca311432" providerId="AD" clId="Web-{20E4047C-936A-3AA0-FAC5-1B6B657F1F0F}" dt="2020-10-08T17:35:29.572" v="90" actId="20577"/>
        <pc:sldMkLst>
          <pc:docMk/>
          <pc:sldMk cId="1064561915" sldId="269"/>
        </pc:sldMkLst>
        <pc:spChg chg="mod">
          <ac:chgData name="forys p.g. (pgf1u19)" userId="S::pgf1u19@soton.ac.uk::c9e18917-3ec0-4071-a45d-b7cbca311432" providerId="AD" clId="Web-{20E4047C-936A-3AA0-FAC5-1B6B657F1F0F}" dt="2020-10-08T17:35:29.572" v="90" actId="20577"/>
          <ac:spMkLst>
            <pc:docMk/>
            <pc:sldMk cId="1064561915" sldId="269"/>
            <ac:spMk id="2" creationId="{E7F14374-21AF-48D3-B532-10EFEA88D36A}"/>
          </ac:spMkLst>
        </pc:spChg>
      </pc:sldChg>
    </pc:docChg>
  </pc:docChgLst>
  <pc:docChgLst>
    <pc:chgData name="Rufus Vijayaratnam (rcfv1g18)" userId="S::rcfv1g18@soton.ac.uk::05c908f2-f575-427d-bbaa-8c9c06637bf9" providerId="AD" clId="Web-{888028DB-790C-4057-AC89-62EF4DA41233}"/>
    <pc:docChg chg="sldOrd">
      <pc:chgData name="Rufus Vijayaratnam (rcfv1g18)" userId="S::rcfv1g18@soton.ac.uk::05c908f2-f575-427d-bbaa-8c9c06637bf9" providerId="AD" clId="Web-{888028DB-790C-4057-AC89-62EF4DA41233}" dt="2021-10-05T18:19:45.598" v="3"/>
      <pc:docMkLst>
        <pc:docMk/>
      </pc:docMkLst>
      <pc:sldChg chg="ord">
        <pc:chgData name="Rufus Vijayaratnam (rcfv1g18)" userId="S::rcfv1g18@soton.ac.uk::05c908f2-f575-427d-bbaa-8c9c06637bf9" providerId="AD" clId="Web-{888028DB-790C-4057-AC89-62EF4DA41233}" dt="2021-10-05T18:19:45.598" v="3"/>
        <pc:sldMkLst>
          <pc:docMk/>
          <pc:sldMk cId="4003261114" sldId="265"/>
        </pc:sldMkLst>
      </pc:sldChg>
      <pc:sldChg chg="ord">
        <pc:chgData name="Rufus Vijayaratnam (rcfv1g18)" userId="S::rcfv1g18@soton.ac.uk::05c908f2-f575-427d-bbaa-8c9c06637bf9" providerId="AD" clId="Web-{888028DB-790C-4057-AC89-62EF4DA41233}" dt="2021-10-05T18:19:23.472" v="2"/>
        <pc:sldMkLst>
          <pc:docMk/>
          <pc:sldMk cId="4273636232" sldId="266"/>
        </pc:sldMkLst>
      </pc:sldChg>
      <pc:sldChg chg="ord">
        <pc:chgData name="Rufus Vijayaratnam (rcfv1g18)" userId="S::rcfv1g18@soton.ac.uk::05c908f2-f575-427d-bbaa-8c9c06637bf9" providerId="AD" clId="Web-{888028DB-790C-4057-AC89-62EF4DA41233}" dt="2021-10-05T18:19:06.956" v="0"/>
        <pc:sldMkLst>
          <pc:docMk/>
          <pc:sldMk cId="4091251475" sldId="273"/>
        </pc:sldMkLst>
      </pc:sldChg>
      <pc:sldChg chg="ord">
        <pc:chgData name="Rufus Vijayaratnam (rcfv1g18)" userId="S::rcfv1g18@soton.ac.uk::05c908f2-f575-427d-bbaa-8c9c06637bf9" providerId="AD" clId="Web-{888028DB-790C-4057-AC89-62EF4DA41233}" dt="2021-10-05T18:19:13.847" v="1"/>
        <pc:sldMkLst>
          <pc:docMk/>
          <pc:sldMk cId="3486083925" sldId="274"/>
        </pc:sldMkLst>
      </pc:sldChg>
    </pc:docChg>
  </pc:docChgLst>
  <pc:docChgLst>
    <pc:chgData name="Marek Frodyma (mf2g20)" userId="3b6ff9d0-c327-4f94-b329-f6f6c0af215c" providerId="ADAL" clId="{414A78D2-B09B-4D10-BEEA-67C1886023FE}"/>
    <pc:docChg chg="undo custSel addSld delSld modSld sldOrd delMainMaster">
      <pc:chgData name="Marek Frodyma (mf2g20)" userId="3b6ff9d0-c327-4f94-b329-f6f6c0af215c" providerId="ADAL" clId="{414A78D2-B09B-4D10-BEEA-67C1886023FE}" dt="2022-09-28T15:25:51.634" v="205" actId="1076"/>
      <pc:docMkLst>
        <pc:docMk/>
      </pc:docMkLst>
      <pc:sldChg chg="del">
        <pc:chgData name="Marek Frodyma (mf2g20)" userId="3b6ff9d0-c327-4f94-b329-f6f6c0af215c" providerId="ADAL" clId="{414A78D2-B09B-4D10-BEEA-67C1886023FE}" dt="2022-09-28T15:25:10.803" v="197" actId="47"/>
        <pc:sldMkLst>
          <pc:docMk/>
          <pc:sldMk cId="2197451860" sldId="259"/>
        </pc:sldMkLst>
      </pc:sldChg>
      <pc:sldChg chg="modSp mod">
        <pc:chgData name="Marek Frodyma (mf2g20)" userId="3b6ff9d0-c327-4f94-b329-f6f6c0af215c" providerId="ADAL" clId="{414A78D2-B09B-4D10-BEEA-67C1886023FE}" dt="2022-09-28T15:22:59.679" v="162" actId="20577"/>
        <pc:sldMkLst>
          <pc:docMk/>
          <pc:sldMk cId="70479558" sldId="261"/>
        </pc:sldMkLst>
        <pc:spChg chg="mod">
          <ac:chgData name="Marek Frodyma (mf2g20)" userId="3b6ff9d0-c327-4f94-b329-f6f6c0af215c" providerId="ADAL" clId="{414A78D2-B09B-4D10-BEEA-67C1886023FE}" dt="2022-09-28T15:22:59.679" v="162" actId="20577"/>
          <ac:spMkLst>
            <pc:docMk/>
            <pc:sldMk cId="70479558" sldId="261"/>
            <ac:spMk id="3" creationId="{A46AA4A6-D48C-40E2-9DCE-C77C19766718}"/>
          </ac:spMkLst>
        </pc:spChg>
      </pc:sldChg>
      <pc:sldChg chg="del">
        <pc:chgData name="Marek Frodyma (mf2g20)" userId="3b6ff9d0-c327-4f94-b329-f6f6c0af215c" providerId="ADAL" clId="{414A78D2-B09B-4D10-BEEA-67C1886023FE}" dt="2022-09-28T15:18:24.843" v="92" actId="47"/>
        <pc:sldMkLst>
          <pc:docMk/>
          <pc:sldMk cId="4091251475" sldId="273"/>
        </pc:sldMkLst>
      </pc:sldChg>
      <pc:sldChg chg="addSp delSp modSp mod">
        <pc:chgData name="Marek Frodyma (mf2g20)" userId="3b6ff9d0-c327-4f94-b329-f6f6c0af215c" providerId="ADAL" clId="{414A78D2-B09B-4D10-BEEA-67C1886023FE}" dt="2022-09-28T15:16:17.215" v="73" actId="1076"/>
        <pc:sldMkLst>
          <pc:docMk/>
          <pc:sldMk cId="3054045497" sldId="277"/>
        </pc:sldMkLst>
        <pc:picChg chg="add del mod">
          <ac:chgData name="Marek Frodyma (mf2g20)" userId="3b6ff9d0-c327-4f94-b329-f6f6c0af215c" providerId="ADAL" clId="{414A78D2-B09B-4D10-BEEA-67C1886023FE}" dt="2022-09-28T15:14:32.324" v="61" actId="478"/>
          <ac:picMkLst>
            <pc:docMk/>
            <pc:sldMk cId="3054045497" sldId="277"/>
            <ac:picMk id="3" creationId="{2D6BDB30-B83D-4334-A52A-A89FF832F0D1}"/>
          </ac:picMkLst>
        </pc:picChg>
        <pc:picChg chg="add del mod">
          <ac:chgData name="Marek Frodyma (mf2g20)" userId="3b6ff9d0-c327-4f94-b329-f6f6c0af215c" providerId="ADAL" clId="{414A78D2-B09B-4D10-BEEA-67C1886023FE}" dt="2022-09-28T15:15:59" v="67" actId="478"/>
          <ac:picMkLst>
            <pc:docMk/>
            <pc:sldMk cId="3054045497" sldId="277"/>
            <ac:picMk id="5" creationId="{99560A27-6445-4458-B400-0B213ED91E02}"/>
          </ac:picMkLst>
        </pc:picChg>
        <pc:picChg chg="add mod">
          <ac:chgData name="Marek Frodyma (mf2g20)" userId="3b6ff9d0-c327-4f94-b329-f6f6c0af215c" providerId="ADAL" clId="{414A78D2-B09B-4D10-BEEA-67C1886023FE}" dt="2022-09-28T15:16:17.215" v="73" actId="1076"/>
          <ac:picMkLst>
            <pc:docMk/>
            <pc:sldMk cId="3054045497" sldId="277"/>
            <ac:picMk id="7" creationId="{55CF361E-406E-4D9C-9AFA-E6D2D01EF005}"/>
          </ac:picMkLst>
        </pc:picChg>
        <pc:picChg chg="del">
          <ac:chgData name="Marek Frodyma (mf2g20)" userId="3b6ff9d0-c327-4f94-b329-f6f6c0af215c" providerId="ADAL" clId="{414A78D2-B09B-4D10-BEEA-67C1886023FE}" dt="2022-09-28T15:14:33.793" v="62" actId="478"/>
          <ac:picMkLst>
            <pc:docMk/>
            <pc:sldMk cId="3054045497" sldId="277"/>
            <ac:picMk id="9" creationId="{04D2B440-45A8-46B7-8769-558FBEC2C450}"/>
          </ac:picMkLst>
        </pc:picChg>
      </pc:sldChg>
      <pc:sldChg chg="addSp delSp modSp del mod">
        <pc:chgData name="Marek Frodyma (mf2g20)" userId="3b6ff9d0-c327-4f94-b329-f6f6c0af215c" providerId="ADAL" clId="{414A78D2-B09B-4D10-BEEA-67C1886023FE}" dt="2022-09-28T15:23:35.856" v="174" actId="47"/>
        <pc:sldMkLst>
          <pc:docMk/>
          <pc:sldMk cId="886430673" sldId="278"/>
        </pc:sldMkLst>
        <pc:spChg chg="mod ord">
          <ac:chgData name="Marek Frodyma (mf2g20)" userId="3b6ff9d0-c327-4f94-b329-f6f6c0af215c" providerId="ADAL" clId="{414A78D2-B09B-4D10-BEEA-67C1886023FE}" dt="2022-09-28T15:23:26.622" v="172" actId="1076"/>
          <ac:spMkLst>
            <pc:docMk/>
            <pc:sldMk cId="886430673" sldId="278"/>
            <ac:spMk id="2" creationId="{473EFEAD-DA02-4745-B7BD-73108281923C}"/>
          </ac:spMkLst>
        </pc:spChg>
        <pc:picChg chg="add del">
          <ac:chgData name="Marek Frodyma (mf2g20)" userId="3b6ff9d0-c327-4f94-b329-f6f6c0af215c" providerId="ADAL" clId="{414A78D2-B09B-4D10-BEEA-67C1886023FE}" dt="2022-09-28T15:22:56.399" v="154" actId="478"/>
          <ac:picMkLst>
            <pc:docMk/>
            <pc:sldMk cId="886430673" sldId="278"/>
            <ac:picMk id="4" creationId="{FD60F85E-C95E-4DFE-8E36-A53DEAEFE215}"/>
          </ac:picMkLst>
        </pc:picChg>
        <pc:picChg chg="mod">
          <ac:chgData name="Marek Frodyma (mf2g20)" userId="3b6ff9d0-c327-4f94-b329-f6f6c0af215c" providerId="ADAL" clId="{414A78D2-B09B-4D10-BEEA-67C1886023FE}" dt="2022-09-28T15:22:56.167" v="153" actId="1076"/>
          <ac:picMkLst>
            <pc:docMk/>
            <pc:sldMk cId="886430673" sldId="278"/>
            <ac:picMk id="7" creationId="{D5844B89-5D4E-4A96-9E23-0EB9F4113D1D}"/>
          </ac:picMkLst>
        </pc:picChg>
        <pc:picChg chg="add del">
          <ac:chgData name="Marek Frodyma (mf2g20)" userId="3b6ff9d0-c327-4f94-b329-f6f6c0af215c" providerId="ADAL" clId="{414A78D2-B09B-4D10-BEEA-67C1886023FE}" dt="2022-09-28T15:22:58.022" v="159" actId="478"/>
          <ac:picMkLst>
            <pc:docMk/>
            <pc:sldMk cId="886430673" sldId="278"/>
            <ac:picMk id="10" creationId="{2BD64B60-E465-4DE7-873D-AF98BA71150F}"/>
          </ac:picMkLst>
        </pc:picChg>
        <pc:picChg chg="add del mod">
          <ac:chgData name="Marek Frodyma (mf2g20)" userId="3b6ff9d0-c327-4f94-b329-f6f6c0af215c" providerId="ADAL" clId="{414A78D2-B09B-4D10-BEEA-67C1886023FE}" dt="2022-09-28T15:22:57.671" v="158"/>
          <ac:picMkLst>
            <pc:docMk/>
            <pc:sldMk cId="886430673" sldId="278"/>
            <ac:picMk id="11" creationId="{3A9F1C99-8C39-4F3C-9C69-EF4E1F687436}"/>
          </ac:picMkLst>
        </pc:picChg>
        <pc:picChg chg="add del mod">
          <ac:chgData name="Marek Frodyma (mf2g20)" userId="3b6ff9d0-c327-4f94-b329-f6f6c0af215c" providerId="ADAL" clId="{414A78D2-B09B-4D10-BEEA-67C1886023FE}" dt="2022-09-28T15:22:55.903" v="152"/>
          <ac:picMkLst>
            <pc:docMk/>
            <pc:sldMk cId="886430673" sldId="278"/>
            <ac:picMk id="12" creationId="{6F5AC452-B01B-4F73-886F-DC227C4C470F}"/>
          </ac:picMkLst>
        </pc:picChg>
      </pc:sldChg>
      <pc:sldChg chg="addSp modSp mod">
        <pc:chgData name="Marek Frodyma (mf2g20)" userId="3b6ff9d0-c327-4f94-b329-f6f6c0af215c" providerId="ADAL" clId="{414A78D2-B09B-4D10-BEEA-67C1886023FE}" dt="2022-09-28T15:07:12.894" v="59" actId="1076"/>
        <pc:sldMkLst>
          <pc:docMk/>
          <pc:sldMk cId="2710395557" sldId="279"/>
        </pc:sldMkLst>
        <pc:picChg chg="add mod modCrop">
          <ac:chgData name="Marek Frodyma (mf2g20)" userId="3b6ff9d0-c327-4f94-b329-f6f6c0af215c" providerId="ADAL" clId="{414A78D2-B09B-4D10-BEEA-67C1886023FE}" dt="2022-09-28T15:04:33.052" v="26" actId="1076"/>
          <ac:picMkLst>
            <pc:docMk/>
            <pc:sldMk cId="2710395557" sldId="279"/>
            <ac:picMk id="3" creationId="{9CD65CF2-2FF3-4644-8F42-9788E60C559B}"/>
          </ac:picMkLst>
        </pc:picChg>
        <pc:picChg chg="add mod modCrop">
          <ac:chgData name="Marek Frodyma (mf2g20)" userId="3b6ff9d0-c327-4f94-b329-f6f6c0af215c" providerId="ADAL" clId="{414A78D2-B09B-4D10-BEEA-67C1886023FE}" dt="2022-09-28T15:04:41.307" v="27" actId="1076"/>
          <ac:picMkLst>
            <pc:docMk/>
            <pc:sldMk cId="2710395557" sldId="279"/>
            <ac:picMk id="5" creationId="{EDF8EAC3-A0FA-4AA4-9583-D22843DA2D05}"/>
          </ac:picMkLst>
        </pc:picChg>
        <pc:picChg chg="add mod modCrop">
          <ac:chgData name="Marek Frodyma (mf2g20)" userId="3b6ff9d0-c327-4f94-b329-f6f6c0af215c" providerId="ADAL" clId="{414A78D2-B09B-4D10-BEEA-67C1886023FE}" dt="2022-09-28T15:05:22.338" v="36" actId="1076"/>
          <ac:picMkLst>
            <pc:docMk/>
            <pc:sldMk cId="2710395557" sldId="279"/>
            <ac:picMk id="7" creationId="{A22C6193-DB2F-406B-826C-6BD86F5FA451}"/>
          </ac:picMkLst>
        </pc:picChg>
        <pc:picChg chg="add mod modCrop">
          <ac:chgData name="Marek Frodyma (mf2g20)" userId="3b6ff9d0-c327-4f94-b329-f6f6c0af215c" providerId="ADAL" clId="{414A78D2-B09B-4D10-BEEA-67C1886023FE}" dt="2022-09-28T15:06:18.263" v="49" actId="14100"/>
          <ac:picMkLst>
            <pc:docMk/>
            <pc:sldMk cId="2710395557" sldId="279"/>
            <ac:picMk id="28" creationId="{1D667ED6-AC9B-4F82-9403-98BA18B3494C}"/>
          </ac:picMkLst>
        </pc:picChg>
        <pc:picChg chg="add mod modCrop">
          <ac:chgData name="Marek Frodyma (mf2g20)" userId="3b6ff9d0-c327-4f94-b329-f6f6c0af215c" providerId="ADAL" clId="{414A78D2-B09B-4D10-BEEA-67C1886023FE}" dt="2022-09-28T15:07:12.894" v="59" actId="1076"/>
          <ac:picMkLst>
            <pc:docMk/>
            <pc:sldMk cId="2710395557" sldId="279"/>
            <ac:picMk id="30" creationId="{CDF66339-065F-4A2B-9ED4-FA30C6165438}"/>
          </ac:picMkLst>
        </pc:picChg>
      </pc:sldChg>
      <pc:sldChg chg="addSp delSp modSp add mod">
        <pc:chgData name="Marek Frodyma (mf2g20)" userId="3b6ff9d0-c327-4f94-b329-f6f6c0af215c" providerId="ADAL" clId="{414A78D2-B09B-4D10-BEEA-67C1886023FE}" dt="2022-09-28T15:25:51.634" v="205" actId="1076"/>
        <pc:sldMkLst>
          <pc:docMk/>
          <pc:sldMk cId="1976167510" sldId="280"/>
        </pc:sldMkLst>
        <pc:spChg chg="mod">
          <ac:chgData name="Marek Frodyma (mf2g20)" userId="3b6ff9d0-c327-4f94-b329-f6f6c0af215c" providerId="ADAL" clId="{414A78D2-B09B-4D10-BEEA-67C1886023FE}" dt="2022-09-28T15:17:56.202" v="91" actId="27636"/>
          <ac:spMkLst>
            <pc:docMk/>
            <pc:sldMk cId="1976167510" sldId="280"/>
            <ac:spMk id="3" creationId="{A46AA4A6-D48C-40E2-9DCE-C77C19766718}"/>
          </ac:spMkLst>
        </pc:spChg>
        <pc:picChg chg="mod">
          <ac:chgData name="Marek Frodyma (mf2g20)" userId="3b6ff9d0-c327-4f94-b329-f6f6c0af215c" providerId="ADAL" clId="{414A78D2-B09B-4D10-BEEA-67C1886023FE}" dt="2022-09-28T15:25:51.634" v="205" actId="1076"/>
          <ac:picMkLst>
            <pc:docMk/>
            <pc:sldMk cId="1976167510" sldId="280"/>
            <ac:picMk id="5" creationId="{32FCA7D9-4D74-47F9-9CFD-BD42532952F5}"/>
          </ac:picMkLst>
        </pc:picChg>
        <pc:picChg chg="del">
          <ac:chgData name="Marek Frodyma (mf2g20)" userId="3b6ff9d0-c327-4f94-b329-f6f6c0af215c" providerId="ADAL" clId="{414A78D2-B09B-4D10-BEEA-67C1886023FE}" dt="2022-09-28T15:25:31.530" v="198" actId="478"/>
          <ac:picMkLst>
            <pc:docMk/>
            <pc:sldMk cId="1976167510" sldId="280"/>
            <ac:picMk id="6" creationId="{668DFBE6-5753-4DC2-AFA9-9BFCC43659FE}"/>
          </ac:picMkLst>
        </pc:picChg>
        <pc:picChg chg="add mod">
          <ac:chgData name="Marek Frodyma (mf2g20)" userId="3b6ff9d0-c327-4f94-b329-f6f6c0af215c" providerId="ADAL" clId="{414A78D2-B09B-4D10-BEEA-67C1886023FE}" dt="2022-09-28T15:25:46.890" v="203" actId="14100"/>
          <ac:picMkLst>
            <pc:docMk/>
            <pc:sldMk cId="1976167510" sldId="280"/>
            <ac:picMk id="7" creationId="{5E6860FF-0241-495F-8CB8-E4591D9E8E34}"/>
          </ac:picMkLst>
        </pc:picChg>
      </pc:sldChg>
      <pc:sldChg chg="addSp delSp modSp add mod ord">
        <pc:chgData name="Marek Frodyma (mf2g20)" userId="3b6ff9d0-c327-4f94-b329-f6f6c0af215c" providerId="ADAL" clId="{414A78D2-B09B-4D10-BEEA-67C1886023FE}" dt="2022-09-28T15:24:46.467" v="195" actId="1076"/>
        <pc:sldMkLst>
          <pc:docMk/>
          <pc:sldMk cId="1345559212" sldId="281"/>
        </pc:sldMkLst>
        <pc:spChg chg="del">
          <ac:chgData name="Marek Frodyma (mf2g20)" userId="3b6ff9d0-c327-4f94-b329-f6f6c0af215c" providerId="ADAL" clId="{414A78D2-B09B-4D10-BEEA-67C1886023FE}" dt="2022-09-28T15:23:21.566" v="168" actId="478"/>
          <ac:spMkLst>
            <pc:docMk/>
            <pc:sldMk cId="1345559212" sldId="281"/>
            <ac:spMk id="2" creationId="{F8705AEC-A772-4813-BCC7-CBB9B0675F88}"/>
          </ac:spMkLst>
        </pc:spChg>
        <pc:spChg chg="add del mod">
          <ac:chgData name="Marek Frodyma (mf2g20)" userId="3b6ff9d0-c327-4f94-b329-f6f6c0af215c" providerId="ADAL" clId="{414A78D2-B09B-4D10-BEEA-67C1886023FE}" dt="2022-09-28T15:23:22.492" v="169" actId="478"/>
          <ac:spMkLst>
            <pc:docMk/>
            <pc:sldMk cId="1345559212" sldId="281"/>
            <ac:spMk id="4" creationId="{FAC26668-028C-470D-A1A5-288B0FD868E5}"/>
          </ac:spMkLst>
        </pc:spChg>
        <pc:spChg chg="add del mod">
          <ac:chgData name="Marek Frodyma (mf2g20)" userId="3b6ff9d0-c327-4f94-b329-f6f6c0af215c" providerId="ADAL" clId="{414A78D2-B09B-4D10-BEEA-67C1886023FE}" dt="2022-09-28T15:23:23.213" v="170" actId="478"/>
          <ac:spMkLst>
            <pc:docMk/>
            <pc:sldMk cId="1345559212" sldId="281"/>
            <ac:spMk id="7" creationId="{9F739946-40C7-4F40-AF7E-A2FA52622A6B}"/>
          </ac:spMkLst>
        </pc:spChg>
        <pc:spChg chg="add mod">
          <ac:chgData name="Marek Frodyma (mf2g20)" userId="3b6ff9d0-c327-4f94-b329-f6f6c0af215c" providerId="ADAL" clId="{414A78D2-B09B-4D10-BEEA-67C1886023FE}" dt="2022-09-28T15:23:31.690" v="173"/>
          <ac:spMkLst>
            <pc:docMk/>
            <pc:sldMk cId="1345559212" sldId="281"/>
            <ac:spMk id="9" creationId="{77C55FD1-D788-471C-B14E-85F02B36735E}"/>
          </ac:spMkLst>
        </pc:spChg>
        <pc:spChg chg="add mod">
          <ac:chgData name="Marek Frodyma (mf2g20)" userId="3b6ff9d0-c327-4f94-b329-f6f6c0af215c" providerId="ADAL" clId="{414A78D2-B09B-4D10-BEEA-67C1886023FE}" dt="2022-09-28T15:23:31.690" v="173"/>
          <ac:spMkLst>
            <pc:docMk/>
            <pc:sldMk cId="1345559212" sldId="281"/>
            <ac:spMk id="10" creationId="{B3AA54C6-AE43-47D0-8C5E-656F20DEC1E8}"/>
          </ac:spMkLst>
        </pc:spChg>
        <pc:graphicFrameChg chg="del">
          <ac:chgData name="Marek Frodyma (mf2g20)" userId="3b6ff9d0-c327-4f94-b329-f6f6c0af215c" providerId="ADAL" clId="{414A78D2-B09B-4D10-BEEA-67C1886023FE}" dt="2022-09-28T15:23:19.612" v="167" actId="478"/>
          <ac:graphicFrameMkLst>
            <pc:docMk/>
            <pc:sldMk cId="1345559212" sldId="281"/>
            <ac:graphicFrameMk id="6" creationId="{5BA2DEC6-950D-4A18-BE40-7DF1DC830466}"/>
          </ac:graphicFrameMkLst>
        </pc:graphicFrameChg>
        <pc:picChg chg="add del mod">
          <ac:chgData name="Marek Frodyma (mf2g20)" userId="3b6ff9d0-c327-4f94-b329-f6f6c0af215c" providerId="ADAL" clId="{414A78D2-B09B-4D10-BEEA-67C1886023FE}" dt="2022-09-28T15:24:30.820" v="191" actId="478"/>
          <ac:picMkLst>
            <pc:docMk/>
            <pc:sldMk cId="1345559212" sldId="281"/>
            <ac:picMk id="11" creationId="{CB9D785D-93C5-447F-9D47-0C35E994E3ED}"/>
          </ac:picMkLst>
        </pc:picChg>
        <pc:picChg chg="add mod">
          <ac:chgData name="Marek Frodyma (mf2g20)" userId="3b6ff9d0-c327-4f94-b329-f6f6c0af215c" providerId="ADAL" clId="{414A78D2-B09B-4D10-BEEA-67C1886023FE}" dt="2022-09-28T15:23:43.245" v="178" actId="1076"/>
          <ac:picMkLst>
            <pc:docMk/>
            <pc:sldMk cId="1345559212" sldId="281"/>
            <ac:picMk id="12" creationId="{6AD79790-270D-4A51-B451-3B19261FB619}"/>
          </ac:picMkLst>
        </pc:picChg>
        <pc:picChg chg="add mod">
          <ac:chgData name="Marek Frodyma (mf2g20)" userId="3b6ff9d0-c327-4f94-b329-f6f6c0af215c" providerId="ADAL" clId="{414A78D2-B09B-4D10-BEEA-67C1886023FE}" dt="2022-09-28T15:23:31.690" v="173"/>
          <ac:picMkLst>
            <pc:docMk/>
            <pc:sldMk cId="1345559212" sldId="281"/>
            <ac:picMk id="13" creationId="{95DADE39-C34F-414F-BCB2-B3C3516893FE}"/>
          </ac:picMkLst>
        </pc:picChg>
        <pc:picChg chg="add del mod">
          <ac:chgData name="Marek Frodyma (mf2g20)" userId="3b6ff9d0-c327-4f94-b329-f6f6c0af215c" providerId="ADAL" clId="{414A78D2-B09B-4D10-BEEA-67C1886023FE}" dt="2022-09-28T15:24:04.243" v="185" actId="478"/>
          <ac:picMkLst>
            <pc:docMk/>
            <pc:sldMk cId="1345559212" sldId="281"/>
            <ac:picMk id="14" creationId="{2DE9A411-2C23-459C-8DA9-12F27C34B1E0}"/>
          </ac:picMkLst>
        </pc:picChg>
        <pc:picChg chg="add del mod">
          <ac:chgData name="Marek Frodyma (mf2g20)" userId="3b6ff9d0-c327-4f94-b329-f6f6c0af215c" providerId="ADAL" clId="{414A78D2-B09B-4D10-BEEA-67C1886023FE}" dt="2022-09-28T15:23:46.236" v="181" actId="478"/>
          <ac:picMkLst>
            <pc:docMk/>
            <pc:sldMk cId="1345559212" sldId="281"/>
            <ac:picMk id="15" creationId="{9EB727B5-CF63-49D3-8110-AB3193409B54}"/>
          </ac:picMkLst>
        </pc:picChg>
        <pc:picChg chg="add mod">
          <ac:chgData name="Marek Frodyma (mf2g20)" userId="3b6ff9d0-c327-4f94-b329-f6f6c0af215c" providerId="ADAL" clId="{414A78D2-B09B-4D10-BEEA-67C1886023FE}" dt="2022-09-28T15:24:10.028" v="188" actId="1076"/>
          <ac:picMkLst>
            <pc:docMk/>
            <pc:sldMk cId="1345559212" sldId="281"/>
            <ac:picMk id="16" creationId="{6548FDDC-4507-4D11-BF95-B45FE27FB830}"/>
          </ac:picMkLst>
        </pc:picChg>
        <pc:picChg chg="add mod">
          <ac:chgData name="Marek Frodyma (mf2g20)" userId="3b6ff9d0-c327-4f94-b329-f6f6c0af215c" providerId="ADAL" clId="{414A78D2-B09B-4D10-BEEA-67C1886023FE}" dt="2022-09-28T15:24:18.933" v="190" actId="1076"/>
          <ac:picMkLst>
            <pc:docMk/>
            <pc:sldMk cId="1345559212" sldId="281"/>
            <ac:picMk id="17" creationId="{0F6183A0-27D6-4CF6-86CE-6FFA7FDECC39}"/>
          </ac:picMkLst>
        </pc:picChg>
        <pc:picChg chg="add mod">
          <ac:chgData name="Marek Frodyma (mf2g20)" userId="3b6ff9d0-c327-4f94-b329-f6f6c0af215c" providerId="ADAL" clId="{414A78D2-B09B-4D10-BEEA-67C1886023FE}" dt="2022-09-28T15:24:46.467" v="195" actId="1076"/>
          <ac:picMkLst>
            <pc:docMk/>
            <pc:sldMk cId="1345559212" sldId="281"/>
            <ac:picMk id="18" creationId="{7A179520-F589-4C01-8800-C4F53F5F55F6}"/>
          </ac:picMkLst>
        </pc:picChg>
        <pc:picChg chg="del">
          <ac:chgData name="Marek Frodyma (mf2g20)" userId="3b6ff9d0-c327-4f94-b329-f6f6c0af215c" providerId="ADAL" clId="{414A78D2-B09B-4D10-BEEA-67C1886023FE}" dt="2022-09-28T15:23:15.453" v="166" actId="478"/>
          <ac:picMkLst>
            <pc:docMk/>
            <pc:sldMk cId="1345559212" sldId="281"/>
            <ac:picMk id="21" creationId="{0D96D5AC-CC0D-41EB-A02A-22482A6762D8}"/>
          </ac:picMkLst>
        </pc:picChg>
      </pc:sldChg>
      <pc:sldChg chg="add">
        <pc:chgData name="Marek Frodyma (mf2g20)" userId="3b6ff9d0-c327-4f94-b329-f6f6c0af215c" providerId="ADAL" clId="{414A78D2-B09B-4D10-BEEA-67C1886023FE}" dt="2022-09-28T15:25:08.837" v="196"/>
        <pc:sldMkLst>
          <pc:docMk/>
          <pc:sldMk cId="1555978848" sldId="282"/>
        </pc:sldMkLst>
      </pc:sldChg>
      <pc:sldMasterChg chg="del delSldLayout">
        <pc:chgData name="Marek Frodyma (mf2g20)" userId="3b6ff9d0-c327-4f94-b329-f6f6c0af215c" providerId="ADAL" clId="{414A78D2-B09B-4D10-BEEA-67C1886023FE}" dt="2022-09-28T15:23:35.856" v="174" actId="47"/>
        <pc:sldMasterMkLst>
          <pc:docMk/>
          <pc:sldMasterMk cId="2460954070" sldId="2147483660"/>
        </pc:sldMasterMkLst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Marek Frodyma (mf2g20)" userId="3b6ff9d0-c327-4f94-b329-f6f6c0af215c" providerId="ADAL" clId="{414A78D2-B09B-4D10-BEEA-67C1886023FE}" dt="2022-09-28T15:23:35.856" v="174" actId="47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o'brien m.a. (mao1g19)" userId="S::mao1g19@soton.ac.uk::4b27b8f5-9906-47a1-b728-23f13a5402b6" providerId="AD" clId="Web-{8A3EF707-6495-9380-F050-94EAAF36EB7C}"/>
    <pc:docChg chg="delSld modSld">
      <pc:chgData name="o'brien m.a. (mao1g19)" userId="S::mao1g19@soton.ac.uk::4b27b8f5-9906-47a1-b728-23f13a5402b6" providerId="AD" clId="Web-{8A3EF707-6495-9380-F050-94EAAF36EB7C}" dt="2020-10-10T13:08:15.499" v="1821"/>
      <pc:docMkLst>
        <pc:docMk/>
      </pc:docMkLst>
      <pc:sldChg chg="modSp">
        <pc:chgData name="o'brien m.a. (mao1g19)" userId="S::mao1g19@soton.ac.uk::4b27b8f5-9906-47a1-b728-23f13a5402b6" providerId="AD" clId="Web-{8A3EF707-6495-9380-F050-94EAAF36EB7C}" dt="2020-10-10T12:21:03.146" v="25" actId="1076"/>
        <pc:sldMkLst>
          <pc:docMk/>
          <pc:sldMk cId="11457054" sldId="256"/>
        </pc:sldMkLst>
        <pc:picChg chg="mod">
          <ac:chgData name="o'brien m.a. (mao1g19)" userId="S::mao1g19@soton.ac.uk::4b27b8f5-9906-47a1-b728-23f13a5402b6" providerId="AD" clId="Web-{8A3EF707-6495-9380-F050-94EAAF36EB7C}" dt="2020-10-10T12:21:03.146" v="25" actId="1076"/>
          <ac:picMkLst>
            <pc:docMk/>
            <pc:sldMk cId="11457054" sldId="256"/>
            <ac:picMk id="3" creationId="{F944AD2D-2D1D-48A8-8667-4604E7694BFC}"/>
          </ac:picMkLst>
        </pc:picChg>
        <pc:picChg chg="mod">
          <ac:chgData name="o'brien m.a. (mao1g19)" userId="S::mao1g19@soton.ac.uk::4b27b8f5-9906-47a1-b728-23f13a5402b6" providerId="AD" clId="Web-{8A3EF707-6495-9380-F050-94EAAF36EB7C}" dt="2020-10-10T12:21:03.114" v="22" actId="1076"/>
          <ac:picMkLst>
            <pc:docMk/>
            <pc:sldMk cId="11457054" sldId="256"/>
            <ac:picMk id="4" creationId="{5F18A936-40E4-440B-809F-4479968FFFA9}"/>
          </ac:picMkLst>
        </pc:picChg>
        <pc:picChg chg="mod">
          <ac:chgData name="o'brien m.a. (mao1g19)" userId="S::mao1g19@soton.ac.uk::4b27b8f5-9906-47a1-b728-23f13a5402b6" providerId="AD" clId="Web-{8A3EF707-6495-9380-F050-94EAAF36EB7C}" dt="2020-10-10T12:21:03.146" v="24" actId="1076"/>
          <ac:picMkLst>
            <pc:docMk/>
            <pc:sldMk cId="11457054" sldId="256"/>
            <ac:picMk id="5" creationId="{1828FAAA-4F4A-4958-8EE1-D911A5DA9FE3}"/>
          </ac:picMkLst>
        </pc:picChg>
        <pc:picChg chg="mod">
          <ac:chgData name="o'brien m.a. (mao1g19)" userId="S::mao1g19@soton.ac.uk::4b27b8f5-9906-47a1-b728-23f13a5402b6" providerId="AD" clId="Web-{8A3EF707-6495-9380-F050-94EAAF36EB7C}" dt="2020-10-10T12:21:03.130" v="23" actId="1076"/>
          <ac:picMkLst>
            <pc:docMk/>
            <pc:sldMk cId="11457054" sldId="256"/>
            <ac:picMk id="8" creationId="{7E9F82F2-8B12-422B-A05B-0788382D91F8}"/>
          </ac:picMkLst>
        </pc:picChg>
      </pc:sldChg>
      <pc:sldChg chg="modNotes">
        <pc:chgData name="o'brien m.a. (mao1g19)" userId="S::mao1g19@soton.ac.uk::4b27b8f5-9906-47a1-b728-23f13a5402b6" providerId="AD" clId="Web-{8A3EF707-6495-9380-F050-94EAAF36EB7C}" dt="2020-10-10T12:40:04.373" v="755"/>
        <pc:sldMkLst>
          <pc:docMk/>
          <pc:sldMk cId="70479558" sldId="261"/>
        </pc:sldMkLst>
      </pc:sldChg>
      <pc:sldChg chg="modNotes">
        <pc:chgData name="o'brien m.a. (mao1g19)" userId="S::mao1g19@soton.ac.uk::4b27b8f5-9906-47a1-b728-23f13a5402b6" providerId="AD" clId="Web-{8A3EF707-6495-9380-F050-94EAAF36EB7C}" dt="2020-10-10T12:57:31.666" v="1319"/>
        <pc:sldMkLst>
          <pc:docMk/>
          <pc:sldMk cId="952771496" sldId="264"/>
        </pc:sldMkLst>
      </pc:sldChg>
      <pc:sldChg chg="modNotes">
        <pc:chgData name="o'brien m.a. (mao1g19)" userId="S::mao1g19@soton.ac.uk::4b27b8f5-9906-47a1-b728-23f13a5402b6" providerId="AD" clId="Web-{8A3EF707-6495-9380-F050-94EAAF36EB7C}" dt="2020-10-10T13:08:15.499" v="1821"/>
        <pc:sldMkLst>
          <pc:docMk/>
          <pc:sldMk cId="4003261114" sldId="265"/>
        </pc:sldMkLst>
      </pc:sldChg>
      <pc:sldChg chg="modSp modNotes">
        <pc:chgData name="o'brien m.a. (mao1g19)" userId="S::mao1g19@soton.ac.uk::4b27b8f5-9906-47a1-b728-23f13a5402b6" providerId="AD" clId="Web-{8A3EF707-6495-9380-F050-94EAAF36EB7C}" dt="2020-10-10T12:45:03.139" v="883"/>
        <pc:sldMkLst>
          <pc:docMk/>
          <pc:sldMk cId="4273636232" sldId="266"/>
        </pc:sldMkLst>
        <pc:spChg chg="mod">
          <ac:chgData name="o'brien m.a. (mao1g19)" userId="S::mao1g19@soton.ac.uk::4b27b8f5-9906-47a1-b728-23f13a5402b6" providerId="AD" clId="Web-{8A3EF707-6495-9380-F050-94EAAF36EB7C}" dt="2020-10-10T12:23:54.411" v="187" actId="20577"/>
          <ac:spMkLst>
            <pc:docMk/>
            <pc:sldMk cId="4273636232" sldId="266"/>
            <ac:spMk id="3" creationId="{A9678E46-7441-4CCC-9BDD-73325BD94683}"/>
          </ac:spMkLst>
        </pc:spChg>
      </pc:sldChg>
      <pc:sldChg chg="addSp modSp mod modClrScheme chgLayout">
        <pc:chgData name="o'brien m.a. (mao1g19)" userId="S::mao1g19@soton.ac.uk::4b27b8f5-9906-47a1-b728-23f13a5402b6" providerId="AD" clId="Web-{8A3EF707-6495-9380-F050-94EAAF36EB7C}" dt="2020-10-10T12:46:50.348" v="884"/>
        <pc:sldMkLst>
          <pc:docMk/>
          <pc:sldMk cId="1064561915" sldId="269"/>
        </pc:sldMkLst>
        <pc:spChg chg="mod">
          <ac:chgData name="o'brien m.a. (mao1g19)" userId="S::mao1g19@soton.ac.uk::4b27b8f5-9906-47a1-b728-23f13a5402b6" providerId="AD" clId="Web-{8A3EF707-6495-9380-F050-94EAAF36EB7C}" dt="2020-10-10T12:46:50.348" v="884"/>
          <ac:spMkLst>
            <pc:docMk/>
            <pc:sldMk cId="1064561915" sldId="269"/>
            <ac:spMk id="2" creationId="{E7F14374-21AF-48D3-B532-10EFEA88D36A}"/>
          </ac:spMkLst>
        </pc:spChg>
        <pc:spChg chg="add mod">
          <ac:chgData name="o'brien m.a. (mao1g19)" userId="S::mao1g19@soton.ac.uk::4b27b8f5-9906-47a1-b728-23f13a5402b6" providerId="AD" clId="Web-{8A3EF707-6495-9380-F050-94EAAF36EB7C}" dt="2020-10-10T12:46:50.348" v="884"/>
          <ac:spMkLst>
            <pc:docMk/>
            <pc:sldMk cId="1064561915" sldId="269"/>
            <ac:spMk id="7" creationId="{5E106BFB-2159-471B-9435-5FFAD442E641}"/>
          </ac:spMkLst>
        </pc:spChg>
      </pc:sldChg>
      <pc:sldChg chg="del">
        <pc:chgData name="o'brien m.a. (mao1g19)" userId="S::mao1g19@soton.ac.uk::4b27b8f5-9906-47a1-b728-23f13a5402b6" providerId="AD" clId="Web-{8A3EF707-6495-9380-F050-94EAAF36EB7C}" dt="2020-10-10T12:21:05.255" v="26"/>
        <pc:sldMkLst>
          <pc:docMk/>
          <pc:sldMk cId="528896886" sldId="271"/>
        </pc:sldMkLst>
      </pc:sldChg>
    </pc:docChg>
  </pc:docChgLst>
  <pc:docChgLst>
    <pc:chgData name="Marek Frodyma (mf2g20)" userId="3b6ff9d0-c327-4f94-b329-f6f6c0af215c" providerId="ADAL" clId="{CB49ADD1-8389-4A27-AAD9-23BF03D9BB73}"/>
    <pc:docChg chg="modSld">
      <pc:chgData name="Marek Frodyma (mf2g20)" userId="3b6ff9d0-c327-4f94-b329-f6f6c0af215c" providerId="ADAL" clId="{CB49ADD1-8389-4A27-AAD9-23BF03D9BB73}" dt="2022-09-27T10:23:30.606" v="0"/>
      <pc:docMkLst>
        <pc:docMk/>
      </pc:docMkLst>
      <pc:sldChg chg="modCm">
        <pc:chgData name="Marek Frodyma (mf2g20)" userId="3b6ff9d0-c327-4f94-b329-f6f6c0af215c" providerId="ADAL" clId="{CB49ADD1-8389-4A27-AAD9-23BF03D9BB73}" dt="2022-09-27T10:23:30.606" v="0"/>
        <pc:sldMkLst>
          <pc:docMk/>
          <pc:sldMk cId="3054045497" sldId="277"/>
        </pc:sldMkLst>
      </pc:sldChg>
    </pc:docChg>
  </pc:docChgLst>
  <pc:docChgLst>
    <pc:chgData name="Andreas Demenagas (ad1u20)" userId="S::ad1u20@soton.ac.uk::f5d7f336-a571-47e0-8ba9-ea2b516d0c01" providerId="AD" clId="Web-{1AB475EC-BC2D-9695-7326-2A60BC6C8D38}"/>
    <pc:docChg chg="modSld">
      <pc:chgData name="Andreas Demenagas (ad1u20)" userId="S::ad1u20@soton.ac.uk::f5d7f336-a571-47e0-8ba9-ea2b516d0c01" providerId="AD" clId="Web-{1AB475EC-BC2D-9695-7326-2A60BC6C8D38}" dt="2021-10-04T17:11:55.853" v="72" actId="20577"/>
      <pc:docMkLst>
        <pc:docMk/>
      </pc:docMkLst>
      <pc:sldChg chg="addSp delSp modSp">
        <pc:chgData name="Andreas Demenagas (ad1u20)" userId="S::ad1u20@soton.ac.uk::f5d7f336-a571-47e0-8ba9-ea2b516d0c01" providerId="AD" clId="Web-{1AB475EC-BC2D-9695-7326-2A60BC6C8D38}" dt="2021-10-04T17:11:55.853" v="72" actId="20577"/>
        <pc:sldMkLst>
          <pc:docMk/>
          <pc:sldMk cId="11457054" sldId="256"/>
        </pc:sldMkLst>
        <pc:spChg chg="mod">
          <ac:chgData name="Andreas Demenagas (ad1u20)" userId="S::ad1u20@soton.ac.uk::f5d7f336-a571-47e0-8ba9-ea2b516d0c01" providerId="AD" clId="Web-{1AB475EC-BC2D-9695-7326-2A60BC6C8D38}" dt="2021-10-04T17:10:02.772" v="4" actId="1076"/>
          <ac:spMkLst>
            <pc:docMk/>
            <pc:sldMk cId="11457054" sldId="256"/>
            <ac:spMk id="2" creationId="{9F3BFEC1-0428-49A7-9F31-3CFA686C9863}"/>
          </ac:spMkLst>
        </pc:spChg>
        <pc:spChg chg="add mod">
          <ac:chgData name="Andreas Demenagas (ad1u20)" userId="S::ad1u20@soton.ac.uk::f5d7f336-a571-47e0-8ba9-ea2b516d0c01" providerId="AD" clId="Web-{1AB475EC-BC2D-9695-7326-2A60BC6C8D38}" dt="2021-10-04T17:11:55.853" v="72" actId="20577"/>
          <ac:spMkLst>
            <pc:docMk/>
            <pc:sldMk cId="11457054" sldId="256"/>
            <ac:spMk id="6" creationId="{5C4A6425-8670-4D5B-AEBC-C7C12F9A2763}"/>
          </ac:spMkLst>
        </pc:spChg>
        <pc:spChg chg="add del mod">
          <ac:chgData name="Andreas Demenagas (ad1u20)" userId="S::ad1u20@soton.ac.uk::f5d7f336-a571-47e0-8ba9-ea2b516d0c01" providerId="AD" clId="Web-{1AB475EC-BC2D-9695-7326-2A60BC6C8D38}" dt="2021-10-04T17:11:45.493" v="71"/>
          <ac:spMkLst>
            <pc:docMk/>
            <pc:sldMk cId="11457054" sldId="256"/>
            <ac:spMk id="9" creationId="{2CFE5374-41AA-4C75-8846-DE7E8F0E7924}"/>
          </ac:spMkLst>
        </pc:spChg>
        <pc:picChg chg="del">
          <ac:chgData name="Andreas Demenagas (ad1u20)" userId="S::ad1u20@soton.ac.uk::f5d7f336-a571-47e0-8ba9-ea2b516d0c01" providerId="AD" clId="Web-{1AB475EC-BC2D-9695-7326-2A60BC6C8D38}" dt="2021-10-04T17:09:47.787" v="1"/>
          <ac:picMkLst>
            <pc:docMk/>
            <pc:sldMk cId="11457054" sldId="256"/>
            <ac:picMk id="3" creationId="{F944AD2D-2D1D-48A8-8667-4604E7694BFC}"/>
          </ac:picMkLst>
        </pc:picChg>
        <pc:picChg chg="del">
          <ac:chgData name="Andreas Demenagas (ad1u20)" userId="S::ad1u20@soton.ac.uk::f5d7f336-a571-47e0-8ba9-ea2b516d0c01" providerId="AD" clId="Web-{1AB475EC-BC2D-9695-7326-2A60BC6C8D38}" dt="2021-10-04T17:09:48.271" v="3"/>
          <ac:picMkLst>
            <pc:docMk/>
            <pc:sldMk cId="11457054" sldId="256"/>
            <ac:picMk id="4" creationId="{5F18A936-40E4-440B-809F-4479968FFFA9}"/>
          </ac:picMkLst>
        </pc:picChg>
        <pc:picChg chg="del">
          <ac:chgData name="Andreas Demenagas (ad1u20)" userId="S::ad1u20@soton.ac.uk::f5d7f336-a571-47e0-8ba9-ea2b516d0c01" providerId="AD" clId="Web-{1AB475EC-BC2D-9695-7326-2A60BC6C8D38}" dt="2021-10-04T17:09:47.959" v="2"/>
          <ac:picMkLst>
            <pc:docMk/>
            <pc:sldMk cId="11457054" sldId="256"/>
            <ac:picMk id="5" creationId="{1828FAAA-4F4A-4958-8EE1-D911A5DA9FE3}"/>
          </ac:picMkLst>
        </pc:picChg>
        <pc:picChg chg="del">
          <ac:chgData name="Andreas Demenagas (ad1u20)" userId="S::ad1u20@soton.ac.uk::f5d7f336-a571-47e0-8ba9-ea2b516d0c01" providerId="AD" clId="Web-{1AB475EC-BC2D-9695-7326-2A60BC6C8D38}" dt="2021-10-04T17:09:46.974" v="0"/>
          <ac:picMkLst>
            <pc:docMk/>
            <pc:sldMk cId="11457054" sldId="256"/>
            <ac:picMk id="8" creationId="{7E9F82F2-8B12-422B-A05B-0788382D91F8}"/>
          </ac:picMkLst>
        </pc:picChg>
      </pc:sldChg>
    </pc:docChg>
  </pc:docChgLst>
  <pc:docChgLst>
    <pc:chgData name="forys p.g. (pgf1u19)" userId="S::pgf1u19@soton.ac.uk::c9e18917-3ec0-4071-a45d-b7cbca311432" providerId="AD" clId="Web-{2604946E-758A-AE37-1437-E18435476E48}"/>
    <pc:docChg chg="modSld">
      <pc:chgData name="forys p.g. (pgf1u19)" userId="S::pgf1u19@soton.ac.uk::c9e18917-3ec0-4071-a45d-b7cbca311432" providerId="AD" clId="Web-{2604946E-758A-AE37-1437-E18435476E48}" dt="2020-09-30T13:27:26.119" v="4" actId="1076"/>
      <pc:docMkLst>
        <pc:docMk/>
      </pc:docMkLst>
      <pc:sldChg chg="addSp modSp">
        <pc:chgData name="forys p.g. (pgf1u19)" userId="S::pgf1u19@soton.ac.uk::c9e18917-3ec0-4071-a45d-b7cbca311432" providerId="AD" clId="Web-{2604946E-758A-AE37-1437-E18435476E48}" dt="2020-09-30T13:27:26.119" v="4" actId="1076"/>
        <pc:sldMkLst>
          <pc:docMk/>
          <pc:sldMk cId="2197451860" sldId="259"/>
        </pc:sldMkLst>
        <pc:spChg chg="mod">
          <ac:chgData name="forys p.g. (pgf1u19)" userId="S::pgf1u19@soton.ac.uk::c9e18917-3ec0-4071-a45d-b7cbca311432" providerId="AD" clId="Web-{2604946E-758A-AE37-1437-E18435476E48}" dt="2020-09-30T13:24:41.353" v="0" actId="14100"/>
          <ac:spMkLst>
            <pc:docMk/>
            <pc:sldMk cId="2197451860" sldId="259"/>
            <ac:spMk id="3" creationId="{90303D84-A551-4E7D-9CE5-6AD514444533}"/>
          </ac:spMkLst>
        </pc:spChg>
        <pc:picChg chg="add mod">
          <ac:chgData name="forys p.g. (pgf1u19)" userId="S::pgf1u19@soton.ac.uk::c9e18917-3ec0-4071-a45d-b7cbca311432" providerId="AD" clId="Web-{2604946E-758A-AE37-1437-E18435476E48}" dt="2020-09-30T13:27:26.119" v="4" actId="1076"/>
          <ac:picMkLst>
            <pc:docMk/>
            <pc:sldMk cId="2197451860" sldId="259"/>
            <ac:picMk id="4" creationId="{7F82BD5B-6CCD-465B-B35C-FC4A4D769557}"/>
          </ac:picMkLst>
        </pc:picChg>
      </pc:sldChg>
    </pc:docChg>
  </pc:docChgLst>
  <pc:docChgLst>
    <pc:chgData name="Toby Godfrey (tmag1g21)" userId="S::tmag1g21@soton.ac.uk::8bc389c1-7653-47d1-8d3c-449ef9682d03" providerId="AD" clId="Web-{FD970AF5-B484-0F19-5C41-69DFF60AB5FE}"/>
    <pc:docChg chg="modSld">
      <pc:chgData name="Toby Godfrey (tmag1g21)" userId="S::tmag1g21@soton.ac.uk::8bc389c1-7653-47d1-8d3c-449ef9682d03" providerId="AD" clId="Web-{FD970AF5-B484-0F19-5C41-69DFF60AB5FE}" dt="2023-09-29T11:03:31.488" v="2" actId="1076"/>
      <pc:docMkLst>
        <pc:docMk/>
      </pc:docMkLst>
      <pc:sldChg chg="addSp modSp">
        <pc:chgData name="Toby Godfrey (tmag1g21)" userId="S::tmag1g21@soton.ac.uk::8bc389c1-7653-47d1-8d3c-449ef9682d03" providerId="AD" clId="Web-{FD970AF5-B484-0F19-5C41-69DFF60AB5FE}" dt="2023-09-29T11:03:31.488" v="2" actId="1076"/>
        <pc:sldMkLst>
          <pc:docMk/>
          <pc:sldMk cId="1873852154" sldId="271"/>
        </pc:sldMkLst>
        <pc:picChg chg="add mod">
          <ac:chgData name="Toby Godfrey (tmag1g21)" userId="S::tmag1g21@soton.ac.uk::8bc389c1-7653-47d1-8d3c-449ef9682d03" providerId="AD" clId="Web-{FD970AF5-B484-0F19-5C41-69DFF60AB5FE}" dt="2023-09-29T11:03:31.488" v="2" actId="1076"/>
          <ac:picMkLst>
            <pc:docMk/>
            <pc:sldMk cId="1873852154" sldId="271"/>
            <ac:picMk id="4" creationId="{36C7204E-03D4-7505-3B80-9D0E097F6119}"/>
          </ac:picMkLst>
        </pc:picChg>
      </pc:sldChg>
    </pc:docChg>
  </pc:docChgLst>
  <pc:docChgLst>
    <pc:chgData name="Marek Frodyma (mf2g20)" userId="S::mf2g20@soton.ac.uk::3b6ff9d0-c327-4f94-b329-f6f6c0af215c" providerId="AD" clId="Web-{0FC60F16-EF0E-0AD6-F812-5779CA28D19D}"/>
    <pc:docChg chg="modSld">
      <pc:chgData name="Marek Frodyma (mf2g20)" userId="S::mf2g20@soton.ac.uk::3b6ff9d0-c327-4f94-b329-f6f6c0af215c" providerId="AD" clId="Web-{0FC60F16-EF0E-0AD6-F812-5779CA28D19D}" dt="2023-09-27T09:45:58.295" v="17" actId="20577"/>
      <pc:docMkLst>
        <pc:docMk/>
      </pc:docMkLst>
      <pc:sldChg chg="modSp">
        <pc:chgData name="Marek Frodyma (mf2g20)" userId="S::mf2g20@soton.ac.uk::3b6ff9d0-c327-4f94-b329-f6f6c0af215c" providerId="AD" clId="Web-{0FC60F16-EF0E-0AD6-F812-5779CA28D19D}" dt="2023-09-27T09:45:18.700" v="3" actId="20577"/>
        <pc:sldMkLst>
          <pc:docMk/>
          <pc:sldMk cId="11457054" sldId="256"/>
        </pc:sldMkLst>
        <pc:spChg chg="mod">
          <ac:chgData name="Marek Frodyma (mf2g20)" userId="S::mf2g20@soton.ac.uk::3b6ff9d0-c327-4f94-b329-f6f6c0af215c" providerId="AD" clId="Web-{0FC60F16-EF0E-0AD6-F812-5779CA28D19D}" dt="2023-09-27T09:45:18.700" v="3" actId="20577"/>
          <ac:spMkLst>
            <pc:docMk/>
            <pc:sldMk cId="11457054" sldId="256"/>
            <ac:spMk id="6" creationId="{5C4A6425-8670-4D5B-AEBC-C7C12F9A2763}"/>
          </ac:spMkLst>
        </pc:spChg>
      </pc:sldChg>
      <pc:sldChg chg="addSp delSp modSp">
        <pc:chgData name="Marek Frodyma (mf2g20)" userId="S::mf2g20@soton.ac.uk::3b6ff9d0-c327-4f94-b329-f6f6c0af215c" providerId="AD" clId="Web-{0FC60F16-EF0E-0AD6-F812-5779CA28D19D}" dt="2023-09-27T09:45:58.295" v="17" actId="20577"/>
        <pc:sldMkLst>
          <pc:docMk/>
          <pc:sldMk cId="2710395557" sldId="279"/>
        </pc:sldMkLst>
        <pc:spChg chg="mod">
          <ac:chgData name="Marek Frodyma (mf2g20)" userId="S::mf2g20@soton.ac.uk::3b6ff9d0-c327-4f94-b329-f6f6c0af215c" providerId="AD" clId="Web-{0FC60F16-EF0E-0AD6-F812-5779CA28D19D}" dt="2023-09-27T09:45:46.326" v="12" actId="20577"/>
          <ac:spMkLst>
            <pc:docMk/>
            <pc:sldMk cId="2710395557" sldId="279"/>
            <ac:spMk id="16" creationId="{7154C87A-52B3-4BE1-90CE-35DA30F802AB}"/>
          </ac:spMkLst>
        </pc:spChg>
        <pc:spChg chg="mod">
          <ac:chgData name="Marek Frodyma (mf2g20)" userId="S::mf2g20@soton.ac.uk::3b6ff9d0-c327-4f94-b329-f6f6c0af215c" providerId="AD" clId="Web-{0FC60F16-EF0E-0AD6-F812-5779CA28D19D}" dt="2023-09-27T09:45:58.295" v="17" actId="20577"/>
          <ac:spMkLst>
            <pc:docMk/>
            <pc:sldMk cId="2710395557" sldId="279"/>
            <ac:spMk id="17" creationId="{E1EC66B0-706E-4482-9271-4634E692A0DD}"/>
          </ac:spMkLst>
        </pc:spChg>
        <pc:spChg chg="mod">
          <ac:chgData name="Marek Frodyma (mf2g20)" userId="S::mf2g20@soton.ac.uk::3b6ff9d0-c327-4f94-b329-f6f6c0af215c" providerId="AD" clId="Web-{0FC60F16-EF0E-0AD6-F812-5779CA28D19D}" dt="2023-09-27T09:45:38.263" v="8" actId="20577"/>
          <ac:spMkLst>
            <pc:docMk/>
            <pc:sldMk cId="2710395557" sldId="279"/>
            <ac:spMk id="18" creationId="{7C269EC9-4120-4BDA-ABCD-B699FF1DEADD}"/>
          </ac:spMkLst>
        </pc:spChg>
        <pc:grpChg chg="add del">
          <ac:chgData name="Marek Frodyma (mf2g20)" userId="S::mf2g20@soton.ac.uk::3b6ff9d0-c327-4f94-b329-f6f6c0af215c" providerId="AD" clId="Web-{0FC60F16-EF0E-0AD6-F812-5779CA28D19D}" dt="2023-09-27T09:45:51.217" v="15"/>
          <ac:grpSpMkLst>
            <pc:docMk/>
            <pc:sldMk cId="2710395557" sldId="279"/>
            <ac:grpSpMk id="13" creationId="{701EB609-4464-410D-9540-3F29D79D2A05}"/>
          </ac:grpSpMkLst>
        </pc:grpChg>
        <pc:picChg chg="del">
          <ac:chgData name="Marek Frodyma (mf2g20)" userId="S::mf2g20@soton.ac.uk::3b6ff9d0-c327-4f94-b329-f6f6c0af215c" providerId="AD" clId="Web-{0FC60F16-EF0E-0AD6-F812-5779CA28D19D}" dt="2023-09-27T09:45:46.904" v="13"/>
          <ac:picMkLst>
            <pc:docMk/>
            <pc:sldMk cId="2710395557" sldId="279"/>
            <ac:picMk id="4" creationId="{1BC1096E-4D34-4D69-A9C8-6299DF3511A6}"/>
          </ac:picMkLst>
        </pc:picChg>
      </pc:sldChg>
    </pc:docChg>
  </pc:docChgLst>
  <pc:docChgLst>
    <pc:chgData name="Adomas Lebedys (al2u18)" userId="S::al2u18@soton.ac.uk::13114830-c8b5-4639-b4ab-cf65fdd09dd7" providerId="AD" clId="Web-{60644080-6084-AFC5-BF0A-B64214F1D3B3}"/>
    <pc:docChg chg="modSld">
      <pc:chgData name="Adomas Lebedys (al2u18)" userId="S::al2u18@soton.ac.uk::13114830-c8b5-4639-b4ab-cf65fdd09dd7" providerId="AD" clId="Web-{60644080-6084-AFC5-BF0A-B64214F1D3B3}" dt="2021-10-04T11:18:56.057" v="1429" actId="14100"/>
      <pc:docMkLst>
        <pc:docMk/>
      </pc:docMkLst>
      <pc:sldChg chg="modSp">
        <pc:chgData name="Adomas Lebedys (al2u18)" userId="S::al2u18@soton.ac.uk::13114830-c8b5-4639-b4ab-cf65fdd09dd7" providerId="AD" clId="Web-{60644080-6084-AFC5-BF0A-B64214F1D3B3}" dt="2021-10-03T19:58:42.540" v="707" actId="1076"/>
        <pc:sldMkLst>
          <pc:docMk/>
          <pc:sldMk cId="2872556588" sldId="258"/>
        </pc:sldMkLst>
        <pc:spChg chg="mod">
          <ac:chgData name="Adomas Lebedys (al2u18)" userId="S::al2u18@soton.ac.uk::13114830-c8b5-4639-b4ab-cf65fdd09dd7" providerId="AD" clId="Web-{60644080-6084-AFC5-BF0A-B64214F1D3B3}" dt="2021-10-03T19:58:42.540" v="707" actId="1076"/>
          <ac:spMkLst>
            <pc:docMk/>
            <pc:sldMk cId="2872556588" sldId="258"/>
            <ac:spMk id="5" creationId="{35D7EF74-E621-46E4-9013-7F178222810E}"/>
          </ac:spMkLst>
        </pc:spChg>
        <pc:picChg chg="mod">
          <ac:chgData name="Adomas Lebedys (al2u18)" userId="S::al2u18@soton.ac.uk::13114830-c8b5-4639-b4ab-cf65fdd09dd7" providerId="AD" clId="Web-{60644080-6084-AFC5-BF0A-B64214F1D3B3}" dt="2021-10-03T19:58:25.587" v="703" actId="1076"/>
          <ac:picMkLst>
            <pc:docMk/>
            <pc:sldMk cId="2872556588" sldId="258"/>
            <ac:picMk id="4" creationId="{FD60F85E-C95E-4DFE-8E36-A53DEAEFE215}"/>
          </ac:picMkLst>
        </pc:picChg>
        <pc:picChg chg="mod">
          <ac:chgData name="Adomas Lebedys (al2u18)" userId="S::al2u18@soton.ac.uk::13114830-c8b5-4639-b4ab-cf65fdd09dd7" providerId="AD" clId="Web-{60644080-6084-AFC5-BF0A-B64214F1D3B3}" dt="2021-10-03T19:58:26.227" v="704" actId="1076"/>
          <ac:picMkLst>
            <pc:docMk/>
            <pc:sldMk cId="2872556588" sldId="258"/>
            <ac:picMk id="6" creationId="{77CB2713-D5D7-4034-BD07-3B90CC8A7088}"/>
          </ac:picMkLst>
        </pc:picChg>
        <pc:picChg chg="mod">
          <ac:chgData name="Adomas Lebedys (al2u18)" userId="S::al2u18@soton.ac.uk::13114830-c8b5-4639-b4ab-cf65fdd09dd7" providerId="AD" clId="Web-{60644080-6084-AFC5-BF0A-B64214F1D3B3}" dt="2021-10-03T19:58:27.290" v="705" actId="1076"/>
          <ac:picMkLst>
            <pc:docMk/>
            <pc:sldMk cId="2872556588" sldId="258"/>
            <ac:picMk id="8" creationId="{A69C21E5-6464-42E5-9318-DAE23F5DBB36}"/>
          </ac:picMkLst>
        </pc:picChg>
      </pc:sldChg>
      <pc:sldChg chg="delSp modSp">
        <pc:chgData name="Adomas Lebedys (al2u18)" userId="S::al2u18@soton.ac.uk::13114830-c8b5-4639-b4ab-cf65fdd09dd7" providerId="AD" clId="Web-{60644080-6084-AFC5-BF0A-B64214F1D3B3}" dt="2021-10-03T20:01:29.435" v="851" actId="1076"/>
        <pc:sldMkLst>
          <pc:docMk/>
          <pc:sldMk cId="70479558" sldId="261"/>
        </pc:sldMkLst>
        <pc:spChg chg="mod">
          <ac:chgData name="Adomas Lebedys (al2u18)" userId="S::al2u18@soton.ac.uk::13114830-c8b5-4639-b4ab-cf65fdd09dd7" providerId="AD" clId="Web-{60644080-6084-AFC5-BF0A-B64214F1D3B3}" dt="2021-10-03T20:00:49.512" v="827" actId="14100"/>
          <ac:spMkLst>
            <pc:docMk/>
            <pc:sldMk cId="70479558" sldId="261"/>
            <ac:spMk id="3" creationId="{A46AA4A6-D48C-40E2-9DCE-C77C19766718}"/>
          </ac:spMkLst>
        </pc:spChg>
        <pc:spChg chg="del mod">
          <ac:chgData name="Adomas Lebedys (al2u18)" userId="S::al2u18@soton.ac.uk::13114830-c8b5-4639-b4ab-cf65fdd09dd7" providerId="AD" clId="Web-{60644080-6084-AFC5-BF0A-B64214F1D3B3}" dt="2021-10-03T20:01:23.716" v="850"/>
          <ac:spMkLst>
            <pc:docMk/>
            <pc:sldMk cId="70479558" sldId="261"/>
            <ac:spMk id="5" creationId="{99056909-9196-4A2C-B8B9-810118A8D73F}"/>
          </ac:spMkLst>
        </pc:spChg>
        <pc:picChg chg="mod">
          <ac:chgData name="Adomas Lebedys (al2u18)" userId="S::al2u18@soton.ac.uk::13114830-c8b5-4639-b4ab-cf65fdd09dd7" providerId="AD" clId="Web-{60644080-6084-AFC5-BF0A-B64214F1D3B3}" dt="2021-10-03T20:01:29.435" v="851" actId="1076"/>
          <ac:picMkLst>
            <pc:docMk/>
            <pc:sldMk cId="70479558" sldId="261"/>
            <ac:picMk id="4" creationId="{B920E3F7-1546-48CA-B665-1A8449D0CDDA}"/>
          </ac:picMkLst>
        </pc:picChg>
      </pc:sldChg>
      <pc:sldChg chg="delSp modSp modNotes">
        <pc:chgData name="Adomas Lebedys (al2u18)" userId="S::al2u18@soton.ac.uk::13114830-c8b5-4639-b4ab-cf65fdd09dd7" providerId="AD" clId="Web-{60644080-6084-AFC5-BF0A-B64214F1D3B3}" dt="2021-10-03T20:03:06.093" v="998"/>
        <pc:sldMkLst>
          <pc:docMk/>
          <pc:sldMk cId="952771496" sldId="264"/>
        </pc:sldMkLst>
        <pc:spChg chg="del">
          <ac:chgData name="Adomas Lebedys (al2u18)" userId="S::al2u18@soton.ac.uk::13114830-c8b5-4639-b4ab-cf65fdd09dd7" providerId="AD" clId="Web-{60644080-6084-AFC5-BF0A-B64214F1D3B3}" dt="2021-10-03T20:01:34.841" v="852"/>
          <ac:spMkLst>
            <pc:docMk/>
            <pc:sldMk cId="952771496" sldId="264"/>
            <ac:spMk id="25" creationId="{35D1B4FD-B3A9-46D1-B8F1-3607664A8B1C}"/>
          </ac:spMkLst>
        </pc:spChg>
        <pc:spChg chg="mod">
          <ac:chgData name="Adomas Lebedys (al2u18)" userId="S::al2u18@soton.ac.uk::13114830-c8b5-4639-b4ab-cf65fdd09dd7" providerId="AD" clId="Web-{60644080-6084-AFC5-BF0A-B64214F1D3B3}" dt="2021-10-03T20:01:43.560" v="855" actId="20577"/>
          <ac:spMkLst>
            <pc:docMk/>
            <pc:sldMk cId="952771496" sldId="264"/>
            <ac:spMk id="34" creationId="{F0DF704E-7CAB-4380-9630-5D81C8EFC8B3}"/>
          </ac:spMkLst>
        </pc:spChg>
      </pc:sldChg>
      <pc:sldChg chg="modSp">
        <pc:chgData name="Adomas Lebedys (al2u18)" userId="S::al2u18@soton.ac.uk::13114830-c8b5-4639-b4ab-cf65fdd09dd7" providerId="AD" clId="Web-{60644080-6084-AFC5-BF0A-B64214F1D3B3}" dt="2021-10-03T20:00:26.793" v="823" actId="20577"/>
        <pc:sldMkLst>
          <pc:docMk/>
          <pc:sldMk cId="4003261114" sldId="265"/>
        </pc:sldMkLst>
        <pc:spChg chg="mod">
          <ac:chgData name="Adomas Lebedys (al2u18)" userId="S::al2u18@soton.ac.uk::13114830-c8b5-4639-b4ab-cf65fdd09dd7" providerId="AD" clId="Web-{60644080-6084-AFC5-BF0A-B64214F1D3B3}" dt="2021-10-03T20:00:26.793" v="823" actId="20577"/>
          <ac:spMkLst>
            <pc:docMk/>
            <pc:sldMk cId="4003261114" sldId="265"/>
            <ac:spMk id="3" creationId="{9680176E-912C-4A81-AA91-493C801C7CA5}"/>
          </ac:spMkLst>
        </pc:spChg>
      </pc:sldChg>
      <pc:sldChg chg="modSp modNotes">
        <pc:chgData name="Adomas Lebedys (al2u18)" userId="S::al2u18@soton.ac.uk::13114830-c8b5-4639-b4ab-cf65fdd09dd7" providerId="AD" clId="Web-{60644080-6084-AFC5-BF0A-B64214F1D3B3}" dt="2021-10-03T20:00:30.777" v="825" actId="20577"/>
        <pc:sldMkLst>
          <pc:docMk/>
          <pc:sldMk cId="4273636232" sldId="266"/>
        </pc:sldMkLst>
        <pc:spChg chg="mod">
          <ac:chgData name="Adomas Lebedys (al2u18)" userId="S::al2u18@soton.ac.uk::13114830-c8b5-4639-b4ab-cf65fdd09dd7" providerId="AD" clId="Web-{60644080-6084-AFC5-BF0A-B64214F1D3B3}" dt="2021-10-03T20:00:30.777" v="825" actId="20577"/>
          <ac:spMkLst>
            <pc:docMk/>
            <pc:sldMk cId="4273636232" sldId="266"/>
            <ac:spMk id="3" creationId="{A9678E46-7441-4CCC-9BDD-73325BD94683}"/>
          </ac:spMkLst>
        </pc:spChg>
        <pc:spChg chg="mod">
          <ac:chgData name="Adomas Lebedys (al2u18)" userId="S::al2u18@soton.ac.uk::13114830-c8b5-4639-b4ab-cf65fdd09dd7" providerId="AD" clId="Web-{60644080-6084-AFC5-BF0A-B64214F1D3B3}" dt="2021-10-03T19:59:59.964" v="800" actId="20577"/>
          <ac:spMkLst>
            <pc:docMk/>
            <pc:sldMk cId="4273636232" sldId="266"/>
            <ac:spMk id="4" creationId="{48BA68EE-6051-4745-97A0-A748ECA5C904}"/>
          </ac:spMkLst>
        </pc:spChg>
      </pc:sldChg>
      <pc:sldChg chg="modSp">
        <pc:chgData name="Adomas Lebedys (al2u18)" userId="S::al2u18@soton.ac.uk::13114830-c8b5-4639-b4ab-cf65fdd09dd7" providerId="AD" clId="Web-{60644080-6084-AFC5-BF0A-B64214F1D3B3}" dt="2021-10-03T19:37:50.907" v="196" actId="14100"/>
        <pc:sldMkLst>
          <pc:docMk/>
          <pc:sldMk cId="4161741272" sldId="268"/>
        </pc:sldMkLst>
        <pc:spChg chg="mod">
          <ac:chgData name="Adomas Lebedys (al2u18)" userId="S::al2u18@soton.ac.uk::13114830-c8b5-4639-b4ab-cf65fdd09dd7" providerId="AD" clId="Web-{60644080-6084-AFC5-BF0A-B64214F1D3B3}" dt="2021-10-03T19:36:33.952" v="150" actId="20577"/>
          <ac:spMkLst>
            <pc:docMk/>
            <pc:sldMk cId="4161741272" sldId="268"/>
            <ac:spMk id="2" creationId="{F614AC25-B308-49AD-BF43-F608346AB596}"/>
          </ac:spMkLst>
        </pc:spChg>
        <pc:spChg chg="mod">
          <ac:chgData name="Adomas Lebedys (al2u18)" userId="S::al2u18@soton.ac.uk::13114830-c8b5-4639-b4ab-cf65fdd09dd7" providerId="AD" clId="Web-{60644080-6084-AFC5-BF0A-B64214F1D3B3}" dt="2021-10-03T19:37:04.828" v="182" actId="20577"/>
          <ac:spMkLst>
            <pc:docMk/>
            <pc:sldMk cId="4161741272" sldId="268"/>
            <ac:spMk id="3" creationId="{B7DCB474-29FE-4FCE-8D28-11C15F9D3496}"/>
          </ac:spMkLst>
        </pc:spChg>
        <pc:spChg chg="mod">
          <ac:chgData name="Adomas Lebedys (al2u18)" userId="S::al2u18@soton.ac.uk::13114830-c8b5-4639-b4ab-cf65fdd09dd7" providerId="AD" clId="Web-{60644080-6084-AFC5-BF0A-B64214F1D3B3}" dt="2021-10-03T19:37:50.907" v="196" actId="14100"/>
          <ac:spMkLst>
            <pc:docMk/>
            <pc:sldMk cId="4161741272" sldId="268"/>
            <ac:spMk id="5" creationId="{8272ECE7-745A-4C36-A9D0-32E518D9FA7A}"/>
          </ac:spMkLst>
        </pc:spChg>
      </pc:sldChg>
      <pc:sldChg chg="addSp delSp modSp modNotes">
        <pc:chgData name="Adomas Lebedys (al2u18)" userId="S::al2u18@soton.ac.uk::13114830-c8b5-4639-b4ab-cf65fdd09dd7" providerId="AD" clId="Web-{60644080-6084-AFC5-BF0A-B64214F1D3B3}" dt="2021-10-03T19:57:16.226" v="646"/>
        <pc:sldMkLst>
          <pc:docMk/>
          <pc:sldMk cId="1873852154" sldId="271"/>
        </pc:sldMkLst>
        <pc:spChg chg="mod">
          <ac:chgData name="Adomas Lebedys (al2u18)" userId="S::al2u18@soton.ac.uk::13114830-c8b5-4639-b4ab-cf65fdd09dd7" providerId="AD" clId="Web-{60644080-6084-AFC5-BF0A-B64214F1D3B3}" dt="2021-10-03T19:54:11.393" v="375" actId="1076"/>
          <ac:spMkLst>
            <pc:docMk/>
            <pc:sldMk cId="1873852154" sldId="271"/>
            <ac:spMk id="2" creationId="{166FFE95-7A21-4BFC-80D5-D6366CC6D7E4}"/>
          </ac:spMkLst>
        </pc:spChg>
        <pc:spChg chg="del mod">
          <ac:chgData name="Adomas Lebedys (al2u18)" userId="S::al2u18@soton.ac.uk::13114830-c8b5-4639-b4ab-cf65fdd09dd7" providerId="AD" clId="Web-{60644080-6084-AFC5-BF0A-B64214F1D3B3}" dt="2021-10-03T19:57:16.226" v="646"/>
          <ac:spMkLst>
            <pc:docMk/>
            <pc:sldMk cId="1873852154" sldId="271"/>
            <ac:spMk id="3" creationId="{DD94AE87-3EB9-409D-BB91-A82A69120FB8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3T19:55:16.161" v="432"/>
          <ac:spMkLst>
            <pc:docMk/>
            <pc:sldMk cId="1873852154" sldId="271"/>
            <ac:spMk id="5" creationId="{3BBCB9A3-64A9-405A-90B0-7C76EDCE27F2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3T19:57:13.616" v="645"/>
          <ac:spMkLst>
            <pc:docMk/>
            <pc:sldMk cId="1873852154" sldId="271"/>
            <ac:spMk id="7" creationId="{656E0EDD-88C7-45E2-85C4-ECC07429B012}"/>
          </ac:spMkLst>
        </pc:spChg>
        <pc:spChg chg="add mod">
          <ac:chgData name="Adomas Lebedys (al2u18)" userId="S::al2u18@soton.ac.uk::13114830-c8b5-4639-b4ab-cf65fdd09dd7" providerId="AD" clId="Web-{60644080-6084-AFC5-BF0A-B64214F1D3B3}" dt="2021-10-03T19:55:57.615" v="477" actId="20577"/>
          <ac:spMkLst>
            <pc:docMk/>
            <pc:sldMk cId="1873852154" sldId="271"/>
            <ac:spMk id="8" creationId="{E7A687A1-32F5-4F1D-A9EB-27B70956287B}"/>
          </ac:spMkLst>
        </pc:spChg>
        <pc:spChg chg="add del">
          <ac:chgData name="Adomas Lebedys (al2u18)" userId="S::al2u18@soton.ac.uk::13114830-c8b5-4639-b4ab-cf65fdd09dd7" providerId="AD" clId="Web-{60644080-6084-AFC5-BF0A-B64214F1D3B3}" dt="2021-10-03T19:54:34.128" v="395"/>
          <ac:spMkLst>
            <pc:docMk/>
            <pc:sldMk cId="1873852154" sldId="271"/>
            <ac:spMk id="9" creationId="{0924ED0B-0A2D-4E52-8F56-C44B490B8FD5}"/>
          </ac:spMkLst>
        </pc:spChg>
      </pc:sldChg>
      <pc:sldChg chg="addSp delSp modSp modNotes">
        <pc:chgData name="Adomas Lebedys (al2u18)" userId="S::al2u18@soton.ac.uk::13114830-c8b5-4639-b4ab-cf65fdd09dd7" providerId="AD" clId="Web-{60644080-6084-AFC5-BF0A-B64214F1D3B3}" dt="2021-10-04T11:18:56.057" v="1429" actId="14100"/>
        <pc:sldMkLst>
          <pc:docMk/>
          <pc:sldMk cId="2624979451" sldId="272"/>
        </pc:sldMkLst>
        <pc:spChg chg="mod">
          <ac:chgData name="Adomas Lebedys (al2u18)" userId="S::al2u18@soton.ac.uk::13114830-c8b5-4639-b4ab-cf65fdd09dd7" providerId="AD" clId="Web-{60644080-6084-AFC5-BF0A-B64214F1D3B3}" dt="2021-10-04T11:17:59.400" v="1381" actId="1076"/>
          <ac:spMkLst>
            <pc:docMk/>
            <pc:sldMk cId="2624979451" sldId="272"/>
            <ac:spMk id="3" creationId="{24CD1A13-BBC0-4931-95B8-55675EFF2641}"/>
          </ac:spMkLst>
        </pc:spChg>
        <pc:spChg chg="del mod">
          <ac:chgData name="Adomas Lebedys (al2u18)" userId="S::al2u18@soton.ac.uk::13114830-c8b5-4639-b4ab-cf65fdd09dd7" providerId="AD" clId="Web-{60644080-6084-AFC5-BF0A-B64214F1D3B3}" dt="2021-10-03T19:35:18.243" v="4"/>
          <ac:spMkLst>
            <pc:docMk/>
            <pc:sldMk cId="2624979451" sldId="272"/>
            <ac:spMk id="7" creationId="{DCC5A812-991F-4664-B161-BA525DC728BE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4T11:11:20.173" v="1255"/>
          <ac:spMkLst>
            <pc:docMk/>
            <pc:sldMk cId="2624979451" sldId="272"/>
            <ac:spMk id="8" creationId="{3637F2CC-A157-491B-AA6A-3397F3E9D354}"/>
          </ac:spMkLst>
        </pc:spChg>
        <pc:spChg chg="mod">
          <ac:chgData name="Adomas Lebedys (al2u18)" userId="S::al2u18@soton.ac.uk::13114830-c8b5-4639-b4ab-cf65fdd09dd7" providerId="AD" clId="Web-{60644080-6084-AFC5-BF0A-B64214F1D3B3}" dt="2021-10-04T11:14:02.004" v="1327" actId="1076"/>
          <ac:spMkLst>
            <pc:docMk/>
            <pc:sldMk cId="2624979451" sldId="272"/>
            <ac:spMk id="9" creationId="{4191E00A-13CC-4A59-8A45-830B68FD2D5B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4T11:11:29.360" v="1258"/>
          <ac:spMkLst>
            <pc:docMk/>
            <pc:sldMk cId="2624979451" sldId="272"/>
            <ac:spMk id="11" creationId="{E56D4AD8-6766-4E72-810C-60E3F7D5CEA3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4T11:11:20.173" v="1254"/>
          <ac:spMkLst>
            <pc:docMk/>
            <pc:sldMk cId="2624979451" sldId="272"/>
            <ac:spMk id="12" creationId="{2CBEA8DB-1D6D-4311-80CB-07241F6DE4AC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4T11:14:07.660" v="1336"/>
          <ac:spMkLst>
            <pc:docMk/>
            <pc:sldMk cId="2624979451" sldId="272"/>
            <ac:spMk id="19" creationId="{3537CFEF-85B1-4DEA-B6E1-17324DA804E9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4T11:14:07.660" v="1334"/>
          <ac:spMkLst>
            <pc:docMk/>
            <pc:sldMk cId="2624979451" sldId="272"/>
            <ac:spMk id="21" creationId="{F54041AC-A1AD-41B9-BB9A-1FFA55F32200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4T11:14:07.660" v="1333"/>
          <ac:spMkLst>
            <pc:docMk/>
            <pc:sldMk cId="2624979451" sldId="272"/>
            <ac:spMk id="22" creationId="{74AA493F-317C-4867-8109-86387188E4F7}"/>
          </ac:spMkLst>
        </pc:spChg>
        <pc:spChg chg="add del">
          <ac:chgData name="Adomas Lebedys (al2u18)" userId="S::al2u18@soton.ac.uk::13114830-c8b5-4639-b4ab-cf65fdd09dd7" providerId="AD" clId="Web-{60644080-6084-AFC5-BF0A-B64214F1D3B3}" dt="2021-10-04T11:14:07.645" v="1328"/>
          <ac:spMkLst>
            <pc:docMk/>
            <pc:sldMk cId="2624979451" sldId="272"/>
            <ac:spMk id="29" creationId="{FED6842E-A692-475B-912A-6C0B5C414673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3:18.644" v="1293"/>
          <ac:spMkLst>
            <pc:docMk/>
            <pc:sldMk cId="2624979451" sldId="272"/>
            <ac:spMk id="32" creationId="{7A591DCC-CA73-431E-ADC4-932A13E3959F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3:18.644" v="1293"/>
          <ac:spMkLst>
            <pc:docMk/>
            <pc:sldMk cId="2624979451" sldId="272"/>
            <ac:spMk id="33" creationId="{F3A7E457-A3D2-4FD5-9BD8-0B91330E6783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3:18.644" v="1293"/>
          <ac:spMkLst>
            <pc:docMk/>
            <pc:sldMk cId="2624979451" sldId="272"/>
            <ac:spMk id="35" creationId="{C23392A0-3CFB-4F06-B0E9-5196E4C1F468}"/>
          </ac:spMkLst>
        </pc:spChg>
        <pc:spChg chg="add del">
          <ac:chgData name="Adomas Lebedys (al2u18)" userId="S::al2u18@soton.ac.uk::13114830-c8b5-4639-b4ab-cf65fdd09dd7" providerId="AD" clId="Web-{60644080-6084-AFC5-BF0A-B64214F1D3B3}" dt="2021-10-04T11:16:26.663" v="1374"/>
          <ac:spMkLst>
            <pc:docMk/>
            <pc:sldMk cId="2624979451" sldId="272"/>
            <ac:spMk id="39" creationId="{10A1A0F7-EC74-42F0-BA2E-F3AE04898239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6:19.491" v="1373"/>
          <ac:spMkLst>
            <pc:docMk/>
            <pc:sldMk cId="2624979451" sldId="272"/>
            <ac:spMk id="42" creationId="{1412C8F2-7C73-4408-B5E3-4CE86F2294E8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6:19.491" v="1373"/>
          <ac:spMkLst>
            <pc:docMk/>
            <pc:sldMk cId="2624979451" sldId="272"/>
            <ac:spMk id="43" creationId="{324956CC-5C9C-446B-92DA-93E2387C8F14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6:19.491" v="1373"/>
          <ac:spMkLst>
            <pc:docMk/>
            <pc:sldMk cId="2624979451" sldId="272"/>
            <ac:spMk id="45" creationId="{64A106B2-1C8F-4B18-AB52-104E38799CD4}"/>
          </ac:spMkLst>
        </pc:spChg>
        <pc:spChg chg="add del mod">
          <ac:chgData name="Adomas Lebedys (al2u18)" userId="S::al2u18@soton.ac.uk::13114830-c8b5-4639-b4ab-cf65fdd09dd7" providerId="AD" clId="Web-{60644080-6084-AFC5-BF0A-B64214F1D3B3}" dt="2021-10-04T11:18:22.884" v="1396"/>
          <ac:spMkLst>
            <pc:docMk/>
            <pc:sldMk cId="2624979451" sldId="272"/>
            <ac:spMk id="50" creationId="{FEEA31A3-1EDE-4724-BA8D-95BC661916CF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7:54.165" v="1377"/>
          <ac:spMkLst>
            <pc:docMk/>
            <pc:sldMk cId="2624979451" sldId="272"/>
            <ac:spMk id="53" creationId="{FDA2C695-59BB-42C2-AFDA-3E81926748A0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7:54.165" v="1377"/>
          <ac:spMkLst>
            <pc:docMk/>
            <pc:sldMk cId="2624979451" sldId="272"/>
            <ac:spMk id="54" creationId="{C9283F06-DA6C-4305-A315-20FC652BE366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7:54.165" v="1377"/>
          <ac:spMkLst>
            <pc:docMk/>
            <pc:sldMk cId="2624979451" sldId="272"/>
            <ac:spMk id="56" creationId="{05162CF0-CA5F-4454-ACB9-A3DC4E5D24CD}"/>
          </ac:spMkLst>
        </pc:spChg>
        <pc:spChg chg="add mod ord">
          <ac:chgData name="Adomas Lebedys (al2u18)" userId="S::al2u18@soton.ac.uk::13114830-c8b5-4639-b4ab-cf65fdd09dd7" providerId="AD" clId="Web-{60644080-6084-AFC5-BF0A-B64214F1D3B3}" dt="2021-10-04T11:18:56.057" v="1426" actId="14100"/>
          <ac:spMkLst>
            <pc:docMk/>
            <pc:sldMk cId="2624979451" sldId="272"/>
            <ac:spMk id="61" creationId="{200EA7AC-217B-41CB-AC4D-DF9D9716A957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8:29.338" v="1400"/>
          <ac:spMkLst>
            <pc:docMk/>
            <pc:sldMk cId="2624979451" sldId="272"/>
            <ac:spMk id="64" creationId="{01FB90B0-57CB-43C6-B453-B86980387FCE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8:29.338" v="1400"/>
          <ac:spMkLst>
            <pc:docMk/>
            <pc:sldMk cId="2624979451" sldId="272"/>
            <ac:spMk id="65" creationId="{51DFEAAF-FA10-41E6-8BF3-024C9704223A}"/>
          </ac:spMkLst>
        </pc:spChg>
        <pc:spChg chg="add">
          <ac:chgData name="Adomas Lebedys (al2u18)" userId="S::al2u18@soton.ac.uk::13114830-c8b5-4639-b4ab-cf65fdd09dd7" providerId="AD" clId="Web-{60644080-6084-AFC5-BF0A-B64214F1D3B3}" dt="2021-10-04T11:18:29.338" v="1400"/>
          <ac:spMkLst>
            <pc:docMk/>
            <pc:sldMk cId="2624979451" sldId="272"/>
            <ac:spMk id="67" creationId="{697D839C-1AC0-4BDF-8EC9-23F6B60850AE}"/>
          </ac:spMkLst>
        </pc:spChg>
        <pc:grpChg chg="add del mod">
          <ac:chgData name="Adomas Lebedys (al2u18)" userId="S::al2u18@soton.ac.uk::13114830-c8b5-4639-b4ab-cf65fdd09dd7" providerId="AD" clId="Web-{60644080-6084-AFC5-BF0A-B64214F1D3B3}" dt="2021-10-04T11:11:24.157" v="1256"/>
          <ac:grpSpMkLst>
            <pc:docMk/>
            <pc:sldMk cId="2624979451" sldId="272"/>
            <ac:grpSpMk id="6" creationId="{80AA0425-DB04-4BAE-8CC9-511C3E692E1A}"/>
          </ac:grpSpMkLst>
        </pc:grpChg>
        <pc:grpChg chg="add del mod">
          <ac:chgData name="Adomas Lebedys (al2u18)" userId="S::al2u18@soton.ac.uk::13114830-c8b5-4639-b4ab-cf65fdd09dd7" providerId="AD" clId="Web-{60644080-6084-AFC5-BF0A-B64214F1D3B3}" dt="2021-10-04T11:14:07.660" v="1338"/>
          <ac:grpSpMkLst>
            <pc:docMk/>
            <pc:sldMk cId="2624979451" sldId="272"/>
            <ac:grpSpMk id="17" creationId="{679D89AB-3A78-467B-9E94-4CEE410109FD}"/>
          </ac:grpSpMkLst>
        </pc:grpChg>
        <pc:grpChg chg="add del">
          <ac:chgData name="Adomas Lebedys (al2u18)" userId="S::al2u18@soton.ac.uk::13114830-c8b5-4639-b4ab-cf65fdd09dd7" providerId="AD" clId="Web-{60644080-6084-AFC5-BF0A-B64214F1D3B3}" dt="2021-10-04T11:14:07.645" v="1330"/>
          <ac:grpSpMkLst>
            <pc:docMk/>
            <pc:sldMk cId="2624979451" sldId="272"/>
            <ac:grpSpMk id="27" creationId="{CEC7BB27-3417-4090-9185-00DC2390DCD1}"/>
          </ac:grpSpMkLst>
        </pc:grpChg>
        <pc:grpChg chg="add del">
          <ac:chgData name="Adomas Lebedys (al2u18)" userId="S::al2u18@soton.ac.uk::13114830-c8b5-4639-b4ab-cf65fdd09dd7" providerId="AD" clId="Web-{60644080-6084-AFC5-BF0A-B64214F1D3B3}" dt="2021-10-04T11:16:26.663" v="1375"/>
          <ac:grpSpMkLst>
            <pc:docMk/>
            <pc:sldMk cId="2624979451" sldId="272"/>
            <ac:grpSpMk id="37" creationId="{F085E5C6-8881-44EE-8804-38781ECD4813}"/>
          </ac:grpSpMkLst>
        </pc:grpChg>
        <pc:grpChg chg="add del mod">
          <ac:chgData name="Adomas Lebedys (al2u18)" userId="S::al2u18@soton.ac.uk::13114830-c8b5-4639-b4ab-cf65fdd09dd7" providerId="AD" clId="Web-{60644080-6084-AFC5-BF0A-B64214F1D3B3}" dt="2021-10-04T11:18:22.884" v="1398"/>
          <ac:grpSpMkLst>
            <pc:docMk/>
            <pc:sldMk cId="2624979451" sldId="272"/>
            <ac:grpSpMk id="48" creationId="{6C866872-7E2F-402A-B3D2-736EA34D50C4}"/>
          </ac:grpSpMkLst>
        </pc:grpChg>
        <pc:grpChg chg="add mod ord">
          <ac:chgData name="Adomas Lebedys (al2u18)" userId="S::al2u18@soton.ac.uk::13114830-c8b5-4639-b4ab-cf65fdd09dd7" providerId="AD" clId="Web-{60644080-6084-AFC5-BF0A-B64214F1D3B3}" dt="2021-10-04T11:18:56.057" v="1428" actId="14100"/>
          <ac:grpSpMkLst>
            <pc:docMk/>
            <pc:sldMk cId="2624979451" sldId="272"/>
            <ac:grpSpMk id="59" creationId="{F2DC4A35-2069-461A-9F59-61188C4745A9}"/>
          </ac:grpSpMkLst>
        </pc:grpChg>
        <pc:picChg chg="del mod">
          <ac:chgData name="Adomas Lebedys (al2u18)" userId="S::al2u18@soton.ac.uk::13114830-c8b5-4639-b4ab-cf65fdd09dd7" providerId="AD" clId="Web-{60644080-6084-AFC5-BF0A-B64214F1D3B3}" dt="2021-10-03T19:35:16.525" v="3"/>
          <ac:picMkLst>
            <pc:docMk/>
            <pc:sldMk cId="2624979451" sldId="272"/>
            <ac:picMk id="5" creationId="{56A3AA54-B6CA-48E9-9784-F6B9B6F4A165}"/>
          </ac:picMkLst>
        </pc:picChg>
        <pc:picChg chg="add">
          <ac:chgData name="Adomas Lebedys (al2u18)" userId="S::al2u18@soton.ac.uk::13114830-c8b5-4639-b4ab-cf65fdd09dd7" providerId="AD" clId="Web-{60644080-6084-AFC5-BF0A-B64214F1D3B3}" dt="2021-10-04T11:10:59.532" v="1240"/>
          <ac:picMkLst>
            <pc:docMk/>
            <pc:sldMk cId="2624979451" sldId="272"/>
            <ac:picMk id="14" creationId="{C80DC892-EDE6-493A-A062-F504130EC567}"/>
          </ac:picMkLst>
        </pc:picChg>
        <pc:picChg chg="add">
          <ac:chgData name="Adomas Lebedys (al2u18)" userId="S::al2u18@soton.ac.uk::13114830-c8b5-4639-b4ab-cf65fdd09dd7" providerId="AD" clId="Web-{60644080-6084-AFC5-BF0A-B64214F1D3B3}" dt="2021-10-04T11:10:59.532" v="1240"/>
          <ac:picMkLst>
            <pc:docMk/>
            <pc:sldMk cId="2624979451" sldId="272"/>
            <ac:picMk id="15" creationId="{997CD8B6-C96B-4F05-A65F-6C80A72D1B26}"/>
          </ac:picMkLst>
        </pc:picChg>
        <pc:picChg chg="add del mod">
          <ac:chgData name="Adomas Lebedys (al2u18)" userId="S::al2u18@soton.ac.uk::13114830-c8b5-4639-b4ab-cf65fdd09dd7" providerId="AD" clId="Web-{60644080-6084-AFC5-BF0A-B64214F1D3B3}" dt="2021-10-04T11:14:07.660" v="1339"/>
          <ac:picMkLst>
            <pc:docMk/>
            <pc:sldMk cId="2624979451" sldId="272"/>
            <ac:picMk id="16" creationId="{D816A92C-E886-409C-850A-91671611EE65}"/>
          </ac:picMkLst>
        </pc:picChg>
        <pc:picChg chg="add">
          <ac:chgData name="Adomas Lebedys (al2u18)" userId="S::al2u18@soton.ac.uk::13114830-c8b5-4639-b4ab-cf65fdd09dd7" providerId="AD" clId="Web-{60644080-6084-AFC5-BF0A-B64214F1D3B3}" dt="2021-10-04T11:11:40.032" v="1260"/>
          <ac:picMkLst>
            <pc:docMk/>
            <pc:sldMk cId="2624979451" sldId="272"/>
            <ac:picMk id="24" creationId="{57B38528-F176-48EF-927D-E31AB481A3E4}"/>
          </ac:picMkLst>
        </pc:picChg>
        <pc:picChg chg="add">
          <ac:chgData name="Adomas Lebedys (al2u18)" userId="S::al2u18@soton.ac.uk::13114830-c8b5-4639-b4ab-cf65fdd09dd7" providerId="AD" clId="Web-{60644080-6084-AFC5-BF0A-B64214F1D3B3}" dt="2021-10-04T11:11:40.032" v="1260"/>
          <ac:picMkLst>
            <pc:docMk/>
            <pc:sldMk cId="2624979451" sldId="272"/>
            <ac:picMk id="25" creationId="{6AEFE253-5A6B-4AA3-A74E-0E9EEC0195DF}"/>
          </ac:picMkLst>
        </pc:picChg>
        <pc:picChg chg="add del mod">
          <ac:chgData name="Adomas Lebedys (al2u18)" userId="S::al2u18@soton.ac.uk::13114830-c8b5-4639-b4ab-cf65fdd09dd7" providerId="AD" clId="Web-{60644080-6084-AFC5-BF0A-B64214F1D3B3}" dt="2021-10-04T11:14:07.645" v="1331"/>
          <ac:picMkLst>
            <pc:docMk/>
            <pc:sldMk cId="2624979451" sldId="272"/>
            <ac:picMk id="26" creationId="{D82DF2A6-8E04-4722-B7C4-2D3AEB2CF952}"/>
          </ac:picMkLst>
        </pc:picChg>
        <pc:picChg chg="add del mod">
          <ac:chgData name="Adomas Lebedys (al2u18)" userId="S::al2u18@soton.ac.uk::13114830-c8b5-4639-b4ab-cf65fdd09dd7" providerId="AD" clId="Web-{60644080-6084-AFC5-BF0A-B64214F1D3B3}" dt="2021-10-04T11:18:22.884" v="1399"/>
          <ac:picMkLst>
            <pc:docMk/>
            <pc:sldMk cId="2624979451" sldId="272"/>
            <ac:picMk id="47" creationId="{B094E1CE-7323-4FA1-ABF1-1F694B843B3E}"/>
          </ac:picMkLst>
        </pc:picChg>
        <pc:picChg chg="add mod ord">
          <ac:chgData name="Adomas Lebedys (al2u18)" userId="S::al2u18@soton.ac.uk::13114830-c8b5-4639-b4ab-cf65fdd09dd7" providerId="AD" clId="Web-{60644080-6084-AFC5-BF0A-B64214F1D3B3}" dt="2021-10-04T11:18:56.057" v="1429" actId="14100"/>
          <ac:picMkLst>
            <pc:docMk/>
            <pc:sldMk cId="2624979451" sldId="272"/>
            <ac:picMk id="58" creationId="{25B51251-9284-493E-903A-0F252BEC8426}"/>
          </ac:picMkLst>
        </pc:picChg>
        <pc:picChg chg="mod">
          <ac:chgData name="Adomas Lebedys (al2u18)" userId="S::al2u18@soton.ac.uk::13114830-c8b5-4639-b4ab-cf65fdd09dd7" providerId="AD" clId="Web-{60644080-6084-AFC5-BF0A-B64214F1D3B3}" dt="2021-10-04T11:12:03.611" v="1283" actId="1076"/>
          <ac:picMkLst>
            <pc:docMk/>
            <pc:sldMk cId="2624979451" sldId="272"/>
            <ac:picMk id="2050" creationId="{E7D579BA-409C-4DFE-93ED-DDCD2F9F7F86}"/>
          </ac:picMkLst>
        </pc:picChg>
        <pc:cxnChg chg="add del mod">
          <ac:chgData name="Adomas Lebedys (al2u18)" userId="S::al2u18@soton.ac.uk::13114830-c8b5-4639-b4ab-cf65fdd09dd7" providerId="AD" clId="Web-{60644080-6084-AFC5-BF0A-B64214F1D3B3}" dt="2021-10-04T11:11:26.329" v="1257"/>
          <ac:cxnSpMkLst>
            <pc:docMk/>
            <pc:sldMk cId="2624979451" sldId="272"/>
            <ac:cxnSpMk id="7" creationId="{BD7855A5-C19B-41CD-8A13-06CC985A848A}"/>
          </ac:cxnSpMkLst>
        </pc:cxnChg>
        <pc:cxnChg chg="add del">
          <ac:chgData name="Adomas Lebedys (al2u18)" userId="S::al2u18@soton.ac.uk::13114830-c8b5-4639-b4ab-cf65fdd09dd7" providerId="AD" clId="Web-{60644080-6084-AFC5-BF0A-B64214F1D3B3}" dt="2021-10-04T11:11:29.360" v="1259"/>
          <ac:cxnSpMkLst>
            <pc:docMk/>
            <pc:sldMk cId="2624979451" sldId="272"/>
            <ac:cxnSpMk id="10" creationId="{F0EA8A7E-3FD5-49E8-B43B-27068732D5FA}"/>
          </ac:cxnSpMkLst>
        </pc:cxnChg>
        <pc:cxnChg chg="add del">
          <ac:chgData name="Adomas Lebedys (al2u18)" userId="S::al2u18@soton.ac.uk::13114830-c8b5-4639-b4ab-cf65fdd09dd7" providerId="AD" clId="Web-{60644080-6084-AFC5-BF0A-B64214F1D3B3}" dt="2021-10-04T11:11:20.173" v="1253"/>
          <ac:cxnSpMkLst>
            <pc:docMk/>
            <pc:sldMk cId="2624979451" sldId="272"/>
            <ac:cxnSpMk id="13" creationId="{8BCB35D5-DA0D-4FB8-817D-CFE4F6D28866}"/>
          </ac:cxnSpMkLst>
        </pc:cxnChg>
        <pc:cxnChg chg="add del mod">
          <ac:chgData name="Adomas Lebedys (al2u18)" userId="S::al2u18@soton.ac.uk::13114830-c8b5-4639-b4ab-cf65fdd09dd7" providerId="AD" clId="Web-{60644080-6084-AFC5-BF0A-B64214F1D3B3}" dt="2021-10-04T11:14:07.660" v="1337"/>
          <ac:cxnSpMkLst>
            <pc:docMk/>
            <pc:sldMk cId="2624979451" sldId="272"/>
            <ac:cxnSpMk id="18" creationId="{CC0813F2-14B3-4DE8-8EF4-B6A483FAE388}"/>
          </ac:cxnSpMkLst>
        </pc:cxnChg>
        <pc:cxnChg chg="add del mod">
          <ac:chgData name="Adomas Lebedys (al2u18)" userId="S::al2u18@soton.ac.uk::13114830-c8b5-4639-b4ab-cf65fdd09dd7" providerId="AD" clId="Web-{60644080-6084-AFC5-BF0A-B64214F1D3B3}" dt="2021-10-04T11:14:07.660" v="1335"/>
          <ac:cxnSpMkLst>
            <pc:docMk/>
            <pc:sldMk cId="2624979451" sldId="272"/>
            <ac:cxnSpMk id="20" creationId="{B5C8D39B-06FC-47CE-9430-85AB83F5AC21}"/>
          </ac:cxnSpMkLst>
        </pc:cxnChg>
        <pc:cxnChg chg="add del mod">
          <ac:chgData name="Adomas Lebedys (al2u18)" userId="S::al2u18@soton.ac.uk::13114830-c8b5-4639-b4ab-cf65fdd09dd7" providerId="AD" clId="Web-{60644080-6084-AFC5-BF0A-B64214F1D3B3}" dt="2021-10-04T11:14:07.645" v="1332"/>
          <ac:cxnSpMkLst>
            <pc:docMk/>
            <pc:sldMk cId="2624979451" sldId="272"/>
            <ac:cxnSpMk id="23" creationId="{3E9EAD32-96CF-4E27-961B-7703DBD1C23D}"/>
          </ac:cxnSpMkLst>
        </pc:cxnChg>
        <pc:cxnChg chg="add del">
          <ac:chgData name="Adomas Lebedys (al2u18)" userId="S::al2u18@soton.ac.uk::13114830-c8b5-4639-b4ab-cf65fdd09dd7" providerId="AD" clId="Web-{60644080-6084-AFC5-BF0A-B64214F1D3B3}" dt="2021-10-04T11:14:07.645" v="1329"/>
          <ac:cxnSpMkLst>
            <pc:docMk/>
            <pc:sldMk cId="2624979451" sldId="272"/>
            <ac:cxnSpMk id="28" creationId="{4D34E811-90C7-4F55-8EC4-2BB3D661BF4A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3:18.644" v="1293"/>
          <ac:cxnSpMkLst>
            <pc:docMk/>
            <pc:sldMk cId="2624979451" sldId="272"/>
            <ac:cxnSpMk id="30" creationId="{A0F7BB6D-BC1C-417A-A6B7-6C41AC044072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3:18.644" v="1293"/>
          <ac:cxnSpMkLst>
            <pc:docMk/>
            <pc:sldMk cId="2624979451" sldId="272"/>
            <ac:cxnSpMk id="31" creationId="{04BF8912-341C-4083-B14C-932F308C18BF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3:18.644" v="1293"/>
          <ac:cxnSpMkLst>
            <pc:docMk/>
            <pc:sldMk cId="2624979451" sldId="272"/>
            <ac:cxnSpMk id="34" creationId="{798C0BD2-6232-421B-B392-00470E9AFEA8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3:18.644" v="1293"/>
          <ac:cxnSpMkLst>
            <pc:docMk/>
            <pc:sldMk cId="2624979451" sldId="272"/>
            <ac:cxnSpMk id="36" creationId="{0055E92E-7A21-494C-82E4-1DE51E9B1D42}"/>
          </ac:cxnSpMkLst>
        </pc:cxnChg>
        <pc:cxnChg chg="add del">
          <ac:chgData name="Adomas Lebedys (al2u18)" userId="S::al2u18@soton.ac.uk::13114830-c8b5-4639-b4ab-cf65fdd09dd7" providerId="AD" clId="Web-{60644080-6084-AFC5-BF0A-B64214F1D3B3}" dt="2021-10-04T11:17:52.446" v="1376"/>
          <ac:cxnSpMkLst>
            <pc:docMk/>
            <pc:sldMk cId="2624979451" sldId="272"/>
            <ac:cxnSpMk id="38" creationId="{5FA77D27-B7F6-448C-A577-0D074BD460B5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6:19.491" v="1373"/>
          <ac:cxnSpMkLst>
            <pc:docMk/>
            <pc:sldMk cId="2624979451" sldId="272"/>
            <ac:cxnSpMk id="40" creationId="{78915DD9-3431-4165-9826-354A2E7B5ECD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6:19.491" v="1373"/>
          <ac:cxnSpMkLst>
            <pc:docMk/>
            <pc:sldMk cId="2624979451" sldId="272"/>
            <ac:cxnSpMk id="41" creationId="{419CCA8C-2EF2-4ED7-9812-FD773DF42EF4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6:19.491" v="1373"/>
          <ac:cxnSpMkLst>
            <pc:docMk/>
            <pc:sldMk cId="2624979451" sldId="272"/>
            <ac:cxnSpMk id="44" creationId="{868311AB-A42B-48CC-9509-D0E5205B5F7A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6:19.491" v="1373"/>
          <ac:cxnSpMkLst>
            <pc:docMk/>
            <pc:sldMk cId="2624979451" sldId="272"/>
            <ac:cxnSpMk id="46" creationId="{EFABA3D2-1A62-418B-82F8-758EE7099326}"/>
          </ac:cxnSpMkLst>
        </pc:cxnChg>
        <pc:cxnChg chg="add del mod">
          <ac:chgData name="Adomas Lebedys (al2u18)" userId="S::al2u18@soton.ac.uk::13114830-c8b5-4639-b4ab-cf65fdd09dd7" providerId="AD" clId="Web-{60644080-6084-AFC5-BF0A-B64214F1D3B3}" dt="2021-10-04T11:18:22.884" v="1397"/>
          <ac:cxnSpMkLst>
            <pc:docMk/>
            <pc:sldMk cId="2624979451" sldId="272"/>
            <ac:cxnSpMk id="49" creationId="{5A759D7C-2055-4C00-AB16-5F0D212129DB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7:54.165" v="1377"/>
          <ac:cxnSpMkLst>
            <pc:docMk/>
            <pc:sldMk cId="2624979451" sldId="272"/>
            <ac:cxnSpMk id="51" creationId="{99A77875-4622-46DD-A7F9-01E87E99CA3A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7:54.165" v="1377"/>
          <ac:cxnSpMkLst>
            <pc:docMk/>
            <pc:sldMk cId="2624979451" sldId="272"/>
            <ac:cxnSpMk id="52" creationId="{DEE8C9D5-5BB3-43C6-90B2-7672E24DC93F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7:54.165" v="1377"/>
          <ac:cxnSpMkLst>
            <pc:docMk/>
            <pc:sldMk cId="2624979451" sldId="272"/>
            <ac:cxnSpMk id="55" creationId="{E0159EFC-D130-4237-A9C4-651C0E33A394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7:54.165" v="1377"/>
          <ac:cxnSpMkLst>
            <pc:docMk/>
            <pc:sldMk cId="2624979451" sldId="272"/>
            <ac:cxnSpMk id="57" creationId="{256615FA-7A64-4963-9585-D743FF9068E7}"/>
          </ac:cxnSpMkLst>
        </pc:cxnChg>
        <pc:cxnChg chg="add mod ord">
          <ac:chgData name="Adomas Lebedys (al2u18)" userId="S::al2u18@soton.ac.uk::13114830-c8b5-4639-b4ab-cf65fdd09dd7" providerId="AD" clId="Web-{60644080-6084-AFC5-BF0A-B64214F1D3B3}" dt="2021-10-04T11:18:56.057" v="1427" actId="14100"/>
          <ac:cxnSpMkLst>
            <pc:docMk/>
            <pc:sldMk cId="2624979451" sldId="272"/>
            <ac:cxnSpMk id="60" creationId="{8F585C76-5B70-4B0F-9EA4-6A1121818857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8:29.338" v="1400"/>
          <ac:cxnSpMkLst>
            <pc:docMk/>
            <pc:sldMk cId="2624979451" sldId="272"/>
            <ac:cxnSpMk id="62" creationId="{1699FB12-687D-4A10-82B7-A25E39653DA8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8:29.338" v="1400"/>
          <ac:cxnSpMkLst>
            <pc:docMk/>
            <pc:sldMk cId="2624979451" sldId="272"/>
            <ac:cxnSpMk id="63" creationId="{6E4BDB4E-34F7-4ACB-8596-08730918F535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8:29.338" v="1400"/>
          <ac:cxnSpMkLst>
            <pc:docMk/>
            <pc:sldMk cId="2624979451" sldId="272"/>
            <ac:cxnSpMk id="66" creationId="{C2A0F87B-8FA3-494C-A40E-B29F0174CE1F}"/>
          </ac:cxnSpMkLst>
        </pc:cxnChg>
        <pc:cxnChg chg="add">
          <ac:chgData name="Adomas Lebedys (al2u18)" userId="S::al2u18@soton.ac.uk::13114830-c8b5-4639-b4ab-cf65fdd09dd7" providerId="AD" clId="Web-{60644080-6084-AFC5-BF0A-B64214F1D3B3}" dt="2021-10-04T11:18:29.338" v="1400"/>
          <ac:cxnSpMkLst>
            <pc:docMk/>
            <pc:sldMk cId="2624979451" sldId="272"/>
            <ac:cxnSpMk id="68" creationId="{79303DCA-6C82-44C6-99D5-F15B63700A3E}"/>
          </ac:cxnSpMkLst>
        </pc:cxnChg>
      </pc:sldChg>
      <pc:sldChg chg="addSp modSp addCm delCm modNotes">
        <pc:chgData name="Adomas Lebedys (al2u18)" userId="S::al2u18@soton.ac.uk::13114830-c8b5-4639-b4ab-cf65fdd09dd7" providerId="AD" clId="Web-{60644080-6084-AFC5-BF0A-B64214F1D3B3}" dt="2021-10-04T11:11:12.251" v="1252"/>
        <pc:sldMkLst>
          <pc:docMk/>
          <pc:sldMk cId="4091251475" sldId="273"/>
        </pc:sldMkLst>
        <pc:spChg chg="mod">
          <ac:chgData name="Adomas Lebedys (al2u18)" userId="S::al2u18@soton.ac.uk::13114830-c8b5-4639-b4ab-cf65fdd09dd7" providerId="AD" clId="Web-{60644080-6084-AFC5-BF0A-B64214F1D3B3}" dt="2021-10-04T11:05:01.118" v="1238" actId="20577"/>
          <ac:spMkLst>
            <pc:docMk/>
            <pc:sldMk cId="4091251475" sldId="273"/>
            <ac:spMk id="3" creationId="{A46AA4A6-D48C-40E2-9DCE-C77C19766718}"/>
          </ac:spMkLst>
        </pc:spChg>
        <pc:spChg chg="add mod">
          <ac:chgData name="Adomas Lebedys (al2u18)" userId="S::al2u18@soton.ac.uk::13114830-c8b5-4639-b4ab-cf65fdd09dd7" providerId="AD" clId="Web-{60644080-6084-AFC5-BF0A-B64214F1D3B3}" dt="2021-10-03T20:03:31.281" v="1052" actId="20577"/>
          <ac:spMkLst>
            <pc:docMk/>
            <pc:sldMk cId="4091251475" sldId="273"/>
            <ac:spMk id="4" creationId="{D3892B4D-4D44-49FD-AD4F-51910EAC39C0}"/>
          </ac:spMkLst>
        </pc:spChg>
        <pc:picChg chg="add mod">
          <ac:chgData name="Adomas Lebedys (al2u18)" userId="S::al2u18@soton.ac.uk::13114830-c8b5-4639-b4ab-cf65fdd09dd7" providerId="AD" clId="Web-{60644080-6084-AFC5-BF0A-B64214F1D3B3}" dt="2021-10-03T20:03:48.485" v="1056" actId="1076"/>
          <ac:picMkLst>
            <pc:docMk/>
            <pc:sldMk cId="4091251475" sldId="273"/>
            <ac:picMk id="6" creationId="{668DFBE6-5753-4DC2-AFA9-9BFCC43659FE}"/>
          </ac:picMkLst>
        </pc:picChg>
      </pc:sldChg>
      <pc:sldChg chg="addSp delSp modSp modNotes">
        <pc:chgData name="Adomas Lebedys (al2u18)" userId="S::al2u18@soton.ac.uk::13114830-c8b5-4639-b4ab-cf65fdd09dd7" providerId="AD" clId="Web-{60644080-6084-AFC5-BF0A-B64214F1D3B3}" dt="2021-10-04T11:14:48.771" v="1372" actId="20577"/>
        <pc:sldMkLst>
          <pc:docMk/>
          <pc:sldMk cId="3486083925" sldId="274"/>
        </pc:sldMkLst>
        <pc:spChg chg="mod">
          <ac:chgData name="Adomas Lebedys (al2u18)" userId="S::al2u18@soton.ac.uk::13114830-c8b5-4639-b4ab-cf65fdd09dd7" providerId="AD" clId="Web-{60644080-6084-AFC5-BF0A-B64214F1D3B3}" dt="2021-10-04T11:14:48.771" v="1372" actId="20577"/>
          <ac:spMkLst>
            <pc:docMk/>
            <pc:sldMk cId="3486083925" sldId="274"/>
            <ac:spMk id="3" creationId="{A46AA4A6-D48C-40E2-9DCE-C77C19766718}"/>
          </ac:spMkLst>
        </pc:spChg>
        <pc:spChg chg="del mod">
          <ac:chgData name="Adomas Lebedys (al2u18)" userId="S::al2u18@soton.ac.uk::13114830-c8b5-4639-b4ab-cf65fdd09dd7" providerId="AD" clId="Web-{60644080-6084-AFC5-BF0A-B64214F1D3B3}" dt="2021-10-03T19:57:42.398" v="650"/>
          <ac:spMkLst>
            <pc:docMk/>
            <pc:sldMk cId="3486083925" sldId="274"/>
            <ac:spMk id="4" creationId="{B1846C36-0F76-460B-91F9-FD8F8A7A7A85}"/>
          </ac:spMkLst>
        </pc:spChg>
        <pc:spChg chg="mod">
          <ac:chgData name="Adomas Lebedys (al2u18)" userId="S::al2u18@soton.ac.uk::13114830-c8b5-4639-b4ab-cf65fdd09dd7" providerId="AD" clId="Web-{60644080-6084-AFC5-BF0A-B64214F1D3B3}" dt="2021-10-03T19:57:32.429" v="648" actId="1076"/>
          <ac:spMkLst>
            <pc:docMk/>
            <pc:sldMk cId="3486083925" sldId="274"/>
            <ac:spMk id="6" creationId="{116CE4A9-9525-44CB-82CE-2ADC6F7031BA}"/>
          </ac:spMkLst>
        </pc:spChg>
        <pc:picChg chg="mod">
          <ac:chgData name="Adomas Lebedys (al2u18)" userId="S::al2u18@soton.ac.uk::13114830-c8b5-4639-b4ab-cf65fdd09dd7" providerId="AD" clId="Web-{60644080-6084-AFC5-BF0A-B64214F1D3B3}" dt="2021-10-03T20:03:55.376" v="1057" actId="14100"/>
          <ac:picMkLst>
            <pc:docMk/>
            <pc:sldMk cId="3486083925" sldId="274"/>
            <ac:picMk id="5" creationId="{F6644811-3C9D-4D7A-B4C0-648A1D71ED24}"/>
          </ac:picMkLst>
        </pc:picChg>
        <pc:picChg chg="add mod">
          <ac:chgData name="Adomas Lebedys (al2u18)" userId="S::al2u18@soton.ac.uk::13114830-c8b5-4639-b4ab-cf65fdd09dd7" providerId="AD" clId="Web-{60644080-6084-AFC5-BF0A-B64214F1D3B3}" dt="2021-10-04T11:14:42.661" v="1371" actId="1076"/>
          <ac:picMkLst>
            <pc:docMk/>
            <pc:sldMk cId="3486083925" sldId="274"/>
            <ac:picMk id="7" creationId="{A7B48798-DDB8-4E48-826C-E18489152F5A}"/>
          </ac:picMkLst>
        </pc:picChg>
      </pc:sldChg>
    </pc:docChg>
  </pc:docChgLst>
  <pc:docChgLst>
    <pc:chgData name="Adomas Lebedys (al2u18)" userId="S::al2u18@soton.ac.uk::13114830-c8b5-4639-b4ab-cf65fdd09dd7" providerId="AD" clId="Web-{7A9AAB62-571A-87D8-479C-26A8480CDFF0}"/>
    <pc:docChg chg="modSld">
      <pc:chgData name="Adomas Lebedys (al2u18)" userId="S::al2u18@soton.ac.uk::13114830-c8b5-4639-b4ab-cf65fdd09dd7" providerId="AD" clId="Web-{7A9AAB62-571A-87D8-479C-26A8480CDFF0}" dt="2021-10-04T11:20:57.077" v="28"/>
      <pc:docMkLst>
        <pc:docMk/>
      </pc:docMkLst>
      <pc:sldChg chg="addSp delSp modSp">
        <pc:chgData name="Adomas Lebedys (al2u18)" userId="S::al2u18@soton.ac.uk::13114830-c8b5-4639-b4ab-cf65fdd09dd7" providerId="AD" clId="Web-{7A9AAB62-571A-87D8-479C-26A8480CDFF0}" dt="2021-10-04T11:20:57.077" v="28"/>
        <pc:sldMkLst>
          <pc:docMk/>
          <pc:sldMk cId="2624979451" sldId="272"/>
        </pc:sldMkLst>
        <pc:spChg chg="add del">
          <ac:chgData name="Adomas Lebedys (al2u18)" userId="S::al2u18@soton.ac.uk::13114830-c8b5-4639-b4ab-cf65fdd09dd7" providerId="AD" clId="Web-{7A9AAB62-571A-87D8-479C-26A8480CDFF0}" dt="2021-10-04T11:20:16.966" v="14"/>
          <ac:spMkLst>
            <pc:docMk/>
            <pc:sldMk cId="2624979451" sldId="272"/>
            <ac:spMk id="4" creationId="{D8DCAE54-FF68-4E01-BB3D-5388D26BBFFF}"/>
          </ac:spMkLst>
        </pc:spChg>
        <pc:spChg chg="add del">
          <ac:chgData name="Adomas Lebedys (al2u18)" userId="S::al2u18@soton.ac.uk::13114830-c8b5-4639-b4ab-cf65fdd09dd7" providerId="AD" clId="Web-{7A9AAB62-571A-87D8-479C-26A8480CDFF0}" dt="2021-10-04T11:20:47.389" v="25"/>
          <ac:spMkLst>
            <pc:docMk/>
            <pc:sldMk cId="2624979451" sldId="272"/>
            <ac:spMk id="5" creationId="{821D2614-EAE6-4CC4-A435-9BC111D63F87}"/>
          </ac:spMkLst>
        </pc:spChg>
        <pc:spChg chg="add mod">
          <ac:chgData name="Adomas Lebedys (al2u18)" userId="S::al2u18@soton.ac.uk::13114830-c8b5-4639-b4ab-cf65fdd09dd7" providerId="AD" clId="Web-{7A9AAB62-571A-87D8-479C-26A8480CDFF0}" dt="2021-10-04T11:20:57.077" v="28"/>
          <ac:spMkLst>
            <pc:docMk/>
            <pc:sldMk cId="2624979451" sldId="272"/>
            <ac:spMk id="6" creationId="{11D78A94-ECE2-4B8F-8DC1-4F801273423E}"/>
          </ac:spMkLst>
        </pc:spChg>
        <pc:spChg chg="mod">
          <ac:chgData name="Adomas Lebedys (al2u18)" userId="S::al2u18@soton.ac.uk::13114830-c8b5-4639-b4ab-cf65fdd09dd7" providerId="AD" clId="Web-{7A9AAB62-571A-87D8-479C-26A8480CDFF0}" dt="2021-10-04T11:20:11.279" v="12" actId="1076"/>
          <ac:spMkLst>
            <pc:docMk/>
            <pc:sldMk cId="2624979451" sldId="272"/>
            <ac:spMk id="61" creationId="{200EA7AC-217B-41CB-AC4D-DF9D9716A957}"/>
          </ac:spMkLst>
        </pc:spChg>
        <pc:spChg chg="mod topLvl">
          <ac:chgData name="Adomas Lebedys (al2u18)" userId="S::al2u18@soton.ac.uk::13114830-c8b5-4639-b4ab-cf65fdd09dd7" providerId="AD" clId="Web-{7A9AAB62-571A-87D8-479C-26A8480CDFF0}" dt="2021-10-04T11:20:38.545" v="21" actId="1076"/>
          <ac:spMkLst>
            <pc:docMk/>
            <pc:sldMk cId="2624979451" sldId="272"/>
            <ac:spMk id="64" creationId="{01FB90B0-57CB-43C6-B453-B86980387FCE}"/>
          </ac:spMkLst>
        </pc:spChg>
        <pc:spChg chg="mod topLvl">
          <ac:chgData name="Adomas Lebedys (al2u18)" userId="S::al2u18@soton.ac.uk::13114830-c8b5-4639-b4ab-cf65fdd09dd7" providerId="AD" clId="Web-{7A9AAB62-571A-87D8-479C-26A8480CDFF0}" dt="2021-10-04T11:20:38.545" v="22" actId="1076"/>
          <ac:spMkLst>
            <pc:docMk/>
            <pc:sldMk cId="2624979451" sldId="272"/>
            <ac:spMk id="65" creationId="{51DFEAAF-FA10-41E6-8BF3-024C9704223A}"/>
          </ac:spMkLst>
        </pc:spChg>
        <pc:spChg chg="del mod">
          <ac:chgData name="Adomas Lebedys (al2u18)" userId="S::al2u18@soton.ac.uk::13114830-c8b5-4639-b4ab-cf65fdd09dd7" providerId="AD" clId="Web-{7A9AAB62-571A-87D8-479C-26A8480CDFF0}" dt="2021-10-04T11:19:46.263" v="7"/>
          <ac:spMkLst>
            <pc:docMk/>
            <pc:sldMk cId="2624979451" sldId="272"/>
            <ac:spMk id="67" creationId="{697D839C-1AC0-4BDF-8EC9-23F6B60850AE}"/>
          </ac:spMkLst>
        </pc:spChg>
        <pc:grpChg chg="add del mod">
          <ac:chgData name="Adomas Lebedys (al2u18)" userId="S::al2u18@soton.ac.uk::13114830-c8b5-4639-b4ab-cf65fdd09dd7" providerId="AD" clId="Web-{7A9AAB62-571A-87D8-479C-26A8480CDFF0}" dt="2021-10-04T11:20:35.483" v="18"/>
          <ac:grpSpMkLst>
            <pc:docMk/>
            <pc:sldMk cId="2624979451" sldId="272"/>
            <ac:grpSpMk id="59" creationId="{F2DC4A35-2069-461A-9F59-61188C4745A9}"/>
          </ac:grpSpMkLst>
        </pc:grpChg>
        <pc:picChg chg="mod">
          <ac:chgData name="Adomas Lebedys (al2u18)" userId="S::al2u18@soton.ac.uk::13114830-c8b5-4639-b4ab-cf65fdd09dd7" providerId="AD" clId="Web-{7A9AAB62-571A-87D8-479C-26A8480CDFF0}" dt="2021-10-04T11:20:54.655" v="26" actId="1076"/>
          <ac:picMkLst>
            <pc:docMk/>
            <pc:sldMk cId="2624979451" sldId="272"/>
            <ac:picMk id="58" creationId="{25B51251-9284-493E-903A-0F252BEC8426}"/>
          </ac:picMkLst>
        </pc:picChg>
        <pc:cxnChg chg="mod">
          <ac:chgData name="Adomas Lebedys (al2u18)" userId="S::al2u18@soton.ac.uk::13114830-c8b5-4639-b4ab-cf65fdd09dd7" providerId="AD" clId="Web-{7A9AAB62-571A-87D8-479C-26A8480CDFF0}" dt="2021-10-04T11:19:34.137" v="2" actId="14100"/>
          <ac:cxnSpMkLst>
            <pc:docMk/>
            <pc:sldMk cId="2624979451" sldId="272"/>
            <ac:cxnSpMk id="60" creationId="{8F585C76-5B70-4B0F-9EA4-6A1121818857}"/>
          </ac:cxnSpMkLst>
        </pc:cxnChg>
        <pc:cxnChg chg="mod topLvl">
          <ac:chgData name="Adomas Lebedys (al2u18)" userId="S::al2u18@soton.ac.uk::13114830-c8b5-4639-b4ab-cf65fdd09dd7" providerId="AD" clId="Web-{7A9AAB62-571A-87D8-479C-26A8480CDFF0}" dt="2021-10-04T11:20:43.186" v="23" actId="1076"/>
          <ac:cxnSpMkLst>
            <pc:docMk/>
            <pc:sldMk cId="2624979451" sldId="272"/>
            <ac:cxnSpMk id="62" creationId="{1699FB12-687D-4A10-82B7-A25E39653DA8}"/>
          </ac:cxnSpMkLst>
        </pc:cxnChg>
        <pc:cxnChg chg="mod topLvl">
          <ac:chgData name="Adomas Lebedys (al2u18)" userId="S::al2u18@soton.ac.uk::13114830-c8b5-4639-b4ab-cf65fdd09dd7" providerId="AD" clId="Web-{7A9AAB62-571A-87D8-479C-26A8480CDFF0}" dt="2021-10-04T11:20:38.529" v="20" actId="1076"/>
          <ac:cxnSpMkLst>
            <pc:docMk/>
            <pc:sldMk cId="2624979451" sldId="272"/>
            <ac:cxnSpMk id="63" creationId="{6E4BDB4E-34F7-4ACB-8596-08730918F535}"/>
          </ac:cxnSpMkLst>
        </pc:cxnChg>
        <pc:cxnChg chg="del">
          <ac:chgData name="Adomas Lebedys (al2u18)" userId="S::al2u18@soton.ac.uk::13114830-c8b5-4639-b4ab-cf65fdd09dd7" providerId="AD" clId="Web-{7A9AAB62-571A-87D8-479C-26A8480CDFF0}" dt="2021-10-04T11:20:23.404" v="16"/>
          <ac:cxnSpMkLst>
            <pc:docMk/>
            <pc:sldMk cId="2624979451" sldId="272"/>
            <ac:cxnSpMk id="66" creationId="{C2A0F87B-8FA3-494C-A40E-B29F0174CE1F}"/>
          </ac:cxnSpMkLst>
        </pc:cxnChg>
        <pc:cxnChg chg="del">
          <ac:chgData name="Adomas Lebedys (al2u18)" userId="S::al2u18@soton.ac.uk::13114830-c8b5-4639-b4ab-cf65fdd09dd7" providerId="AD" clId="Web-{7A9AAB62-571A-87D8-479C-26A8480CDFF0}" dt="2021-10-04T11:20:21.185" v="15"/>
          <ac:cxnSpMkLst>
            <pc:docMk/>
            <pc:sldMk cId="2624979451" sldId="272"/>
            <ac:cxnSpMk id="68" creationId="{79303DCA-6C82-44C6-99D5-F15B63700A3E}"/>
          </ac:cxnSpMkLst>
        </pc:cxnChg>
      </pc:sldChg>
    </pc:docChg>
  </pc:docChgLst>
  <pc:docChgLst>
    <pc:chgData name="Max O'Brien (mao1g19)" userId="S::mao1g19@soton.ac.uk::4b27b8f5-9906-47a1-b728-23f13a5402b6" providerId="AD" clId="Web-{D01F356C-7493-D3CA-B98D-26B2BB01AF42}"/>
    <pc:docChg chg="sldOrd">
      <pc:chgData name="Max O'Brien (mao1g19)" userId="S::mao1g19@soton.ac.uk::4b27b8f5-9906-47a1-b728-23f13a5402b6" providerId="AD" clId="Web-{D01F356C-7493-D3CA-B98D-26B2BB01AF42}" dt="2021-10-06T12:05:32.526" v="8"/>
      <pc:docMkLst>
        <pc:docMk/>
      </pc:docMkLst>
      <pc:sldChg chg="ord">
        <pc:chgData name="Max O'Brien (mao1g19)" userId="S::mao1g19@soton.ac.uk::4b27b8f5-9906-47a1-b728-23f13a5402b6" providerId="AD" clId="Web-{D01F356C-7493-D3CA-B98D-26B2BB01AF42}" dt="2021-10-06T12:05:16.464" v="4"/>
        <pc:sldMkLst>
          <pc:docMk/>
          <pc:sldMk cId="2197451860" sldId="259"/>
        </pc:sldMkLst>
      </pc:sldChg>
      <pc:sldChg chg="ord">
        <pc:chgData name="Max O'Brien (mao1g19)" userId="S::mao1g19@soton.ac.uk::4b27b8f5-9906-47a1-b728-23f13a5402b6" providerId="AD" clId="Web-{D01F356C-7493-D3CA-B98D-26B2BB01AF42}" dt="2021-10-06T12:05:26.761" v="6"/>
        <pc:sldMkLst>
          <pc:docMk/>
          <pc:sldMk cId="70479558" sldId="261"/>
        </pc:sldMkLst>
      </pc:sldChg>
      <pc:sldChg chg="ord">
        <pc:chgData name="Max O'Brien (mao1g19)" userId="S::mao1g19@soton.ac.uk::4b27b8f5-9906-47a1-b728-23f13a5402b6" providerId="AD" clId="Web-{D01F356C-7493-D3CA-B98D-26B2BB01AF42}" dt="2021-10-06T12:05:29.526" v="7"/>
        <pc:sldMkLst>
          <pc:docMk/>
          <pc:sldMk cId="952771496" sldId="264"/>
        </pc:sldMkLst>
      </pc:sldChg>
      <pc:sldChg chg="ord">
        <pc:chgData name="Max O'Brien (mao1g19)" userId="S::mao1g19@soton.ac.uk::4b27b8f5-9906-47a1-b728-23f13a5402b6" providerId="AD" clId="Web-{D01F356C-7493-D3CA-B98D-26B2BB01AF42}" dt="2021-10-06T12:05:32.526" v="8"/>
        <pc:sldMkLst>
          <pc:docMk/>
          <pc:sldMk cId="4003261114" sldId="265"/>
        </pc:sldMkLst>
      </pc:sldChg>
      <pc:sldChg chg="ord">
        <pc:chgData name="Max O'Brien (mao1g19)" userId="S::mao1g19@soton.ac.uk::4b27b8f5-9906-47a1-b728-23f13a5402b6" providerId="AD" clId="Web-{D01F356C-7493-D3CA-B98D-26B2BB01AF42}" dt="2021-10-06T12:05:04.995" v="3"/>
        <pc:sldMkLst>
          <pc:docMk/>
          <pc:sldMk cId="4273636232" sldId="266"/>
        </pc:sldMkLst>
      </pc:sldChg>
      <pc:sldChg chg="ord">
        <pc:chgData name="Max O'Brien (mao1g19)" userId="S::mao1g19@soton.ac.uk::4b27b8f5-9906-47a1-b728-23f13a5402b6" providerId="AD" clId="Web-{D01F356C-7493-D3CA-B98D-26B2BB01AF42}" dt="2021-10-06T12:05:20.979" v="5"/>
        <pc:sldMkLst>
          <pc:docMk/>
          <pc:sldMk cId="4091251475" sldId="273"/>
        </pc:sldMkLst>
      </pc:sldChg>
      <pc:sldChg chg="ord">
        <pc:chgData name="Max O'Brien (mao1g19)" userId="S::mao1g19@soton.ac.uk::4b27b8f5-9906-47a1-b728-23f13a5402b6" providerId="AD" clId="Web-{D01F356C-7493-D3CA-B98D-26B2BB01AF42}" dt="2021-10-06T12:05:04.995" v="1"/>
        <pc:sldMkLst>
          <pc:docMk/>
          <pc:sldMk cId="3486083925" sldId="274"/>
        </pc:sldMkLst>
      </pc:sldChg>
    </pc:docChg>
  </pc:docChgLst>
  <pc:docChgLst>
    <pc:chgData name="lebedys a. (al2u18)" userId="S::al2u18@soton.ac.uk::13114830-c8b5-4639-b4ab-cf65fdd09dd7" providerId="AD" clId="Web-{D7A78234-2064-3F43-35DF-86290E41712B}"/>
    <pc:docChg chg="modSld">
      <pc:chgData name="lebedys a. (al2u18)" userId="S::al2u18@soton.ac.uk::13114830-c8b5-4639-b4ab-cf65fdd09dd7" providerId="AD" clId="Web-{D7A78234-2064-3F43-35DF-86290E41712B}" dt="2020-10-10T12:46:53.809" v="237" actId="14100"/>
      <pc:docMkLst>
        <pc:docMk/>
      </pc:docMkLst>
      <pc:sldChg chg="modSp">
        <pc:chgData name="lebedys a. (al2u18)" userId="S::al2u18@soton.ac.uk::13114830-c8b5-4639-b4ab-cf65fdd09dd7" providerId="AD" clId="Web-{D7A78234-2064-3F43-35DF-86290E41712B}" dt="2020-10-10T12:46:53.809" v="237" actId="14100"/>
        <pc:sldMkLst>
          <pc:docMk/>
          <pc:sldMk cId="2331475474" sldId="260"/>
        </pc:sldMkLst>
        <pc:spChg chg="mod">
          <ac:chgData name="lebedys a. (al2u18)" userId="S::al2u18@soton.ac.uk::13114830-c8b5-4639-b4ab-cf65fdd09dd7" providerId="AD" clId="Web-{D7A78234-2064-3F43-35DF-86290E41712B}" dt="2020-10-10T12:46:53.809" v="237" actId="14100"/>
          <ac:spMkLst>
            <pc:docMk/>
            <pc:sldMk cId="2331475474" sldId="260"/>
            <ac:spMk id="3" creationId="{931ABE26-41AE-43B1-BA43-5BE035A99887}"/>
          </ac:spMkLst>
        </pc:spChg>
      </pc:sldChg>
      <pc:sldChg chg="addSp modSp mod modClrScheme chgLayout">
        <pc:chgData name="lebedys a. (al2u18)" userId="S::al2u18@soton.ac.uk::13114830-c8b5-4639-b4ab-cf65fdd09dd7" providerId="AD" clId="Web-{D7A78234-2064-3F43-35DF-86290E41712B}" dt="2020-10-10T12:18:41.463" v="212" actId="20577"/>
        <pc:sldMkLst>
          <pc:docMk/>
          <pc:sldMk cId="1311911284" sldId="267"/>
        </pc:sldMkLst>
        <pc:spChg chg="mod">
          <ac:chgData name="lebedys a. (al2u18)" userId="S::al2u18@soton.ac.uk::13114830-c8b5-4639-b4ab-cf65fdd09dd7" providerId="AD" clId="Web-{D7A78234-2064-3F43-35DF-86290E41712B}" dt="2020-10-10T12:14:33.910" v="2"/>
          <ac:spMkLst>
            <pc:docMk/>
            <pc:sldMk cId="1311911284" sldId="267"/>
            <ac:spMk id="2" creationId="{8CF755B4-3C04-4B25-81D1-B2F6FFAF7B78}"/>
          </ac:spMkLst>
        </pc:spChg>
        <pc:spChg chg="mod">
          <ac:chgData name="lebedys a. (al2u18)" userId="S::al2u18@soton.ac.uk::13114830-c8b5-4639-b4ab-cf65fdd09dd7" providerId="AD" clId="Web-{D7A78234-2064-3F43-35DF-86290E41712B}" dt="2020-10-10T12:18:41.463" v="212" actId="20577"/>
          <ac:spMkLst>
            <pc:docMk/>
            <pc:sldMk cId="1311911284" sldId="267"/>
            <ac:spMk id="3" creationId="{24CD1A13-BBC0-4931-95B8-55675EFF2641}"/>
          </ac:spMkLst>
        </pc:spChg>
        <pc:picChg chg="add mod">
          <ac:chgData name="lebedys a. (al2u18)" userId="S::al2u18@soton.ac.uk::13114830-c8b5-4639-b4ab-cf65fdd09dd7" providerId="AD" clId="Web-{D7A78234-2064-3F43-35DF-86290E41712B}" dt="2020-10-10T12:14:33.910" v="2"/>
          <ac:picMkLst>
            <pc:docMk/>
            <pc:sldMk cId="1311911284" sldId="267"/>
            <ac:picMk id="4" creationId="{1DEA9658-9E27-4985-A842-0841F010BE7B}"/>
          </ac:picMkLst>
        </pc:picChg>
      </pc:sldChg>
    </pc:docChg>
  </pc:docChgLst>
  <pc:docChgLst>
    <pc:chgData name="Max O'Brien (mao1g19)" userId="S::mao1g19@soton.ac.uk::4b27b8f5-9906-47a1-b728-23f13a5402b6" providerId="AD" clId="Web-{E99BF556-64DD-8933-D287-5C4C80FCC417}"/>
    <pc:docChg chg="modSld">
      <pc:chgData name="Max O'Brien (mao1g19)" userId="S::mao1g19@soton.ac.uk::4b27b8f5-9906-47a1-b728-23f13a5402b6" providerId="AD" clId="Web-{E99BF556-64DD-8933-D287-5C4C80FCC417}" dt="2021-10-02T09:50:43.589" v="141" actId="1076"/>
      <pc:docMkLst>
        <pc:docMk/>
      </pc:docMkLst>
      <pc:sldChg chg="addSp delSp modSp modNotes">
        <pc:chgData name="Max O'Brien (mao1g19)" userId="S::mao1g19@soton.ac.uk::4b27b8f5-9906-47a1-b728-23f13a5402b6" providerId="AD" clId="Web-{E99BF556-64DD-8933-D287-5C4C80FCC417}" dt="2021-10-02T09:50:43.589" v="141" actId="1076"/>
        <pc:sldMkLst>
          <pc:docMk/>
          <pc:sldMk cId="2872556588" sldId="258"/>
        </pc:sldMkLst>
        <pc:spChg chg="mod">
          <ac:chgData name="Max O'Brien (mao1g19)" userId="S::mao1g19@soton.ac.uk::4b27b8f5-9906-47a1-b728-23f13a5402b6" providerId="AD" clId="Web-{E99BF556-64DD-8933-D287-5C4C80FCC417}" dt="2021-10-02T09:28:48.119" v="13" actId="20577"/>
          <ac:spMkLst>
            <pc:docMk/>
            <pc:sldMk cId="2872556588" sldId="258"/>
            <ac:spMk id="2" creationId="{473EFEAD-DA02-4745-B7BD-73108281923C}"/>
          </ac:spMkLst>
        </pc:spChg>
        <pc:spChg chg="mod">
          <ac:chgData name="Max O'Brien (mao1g19)" userId="S::mao1g19@soton.ac.uk::4b27b8f5-9906-47a1-b728-23f13a5402b6" providerId="AD" clId="Web-{E99BF556-64DD-8933-D287-5C4C80FCC417}" dt="2021-10-02T09:31:56.065" v="109" actId="20577"/>
          <ac:spMkLst>
            <pc:docMk/>
            <pc:sldMk cId="2872556588" sldId="258"/>
            <ac:spMk id="3" creationId="{812F1C01-7638-4C1D-B4B0-B4494EB2AC2A}"/>
          </ac:spMkLst>
        </pc:spChg>
        <pc:picChg chg="add mod">
          <ac:chgData name="Max O'Brien (mao1g19)" userId="S::mao1g19@soton.ac.uk::4b27b8f5-9906-47a1-b728-23f13a5402b6" providerId="AD" clId="Web-{E99BF556-64DD-8933-D287-5C4C80FCC417}" dt="2021-10-02T09:45:13.481" v="132" actId="1076"/>
          <ac:picMkLst>
            <pc:docMk/>
            <pc:sldMk cId="2872556588" sldId="258"/>
            <ac:picMk id="4" creationId="{FD60F85E-C95E-4DFE-8E36-A53DEAEFE215}"/>
          </ac:picMkLst>
        </pc:picChg>
        <pc:picChg chg="add del mod">
          <ac:chgData name="Max O'Brien (mao1g19)" userId="S::mao1g19@soton.ac.uk::4b27b8f5-9906-47a1-b728-23f13a5402b6" providerId="AD" clId="Web-{E99BF556-64DD-8933-D287-5C4C80FCC417}" dt="2021-10-02T09:47:55.581" v="134"/>
          <ac:picMkLst>
            <pc:docMk/>
            <pc:sldMk cId="2872556588" sldId="258"/>
            <ac:picMk id="6" creationId="{C1449FEC-2EB7-4279-8F86-DAF5245AE66B}"/>
          </ac:picMkLst>
        </pc:picChg>
        <pc:picChg chg="add del mod">
          <ac:chgData name="Max O'Brien (mao1g19)" userId="S::mao1g19@soton.ac.uk::4b27b8f5-9906-47a1-b728-23f13a5402b6" providerId="AD" clId="Web-{E99BF556-64DD-8933-D287-5C4C80FCC417}" dt="2021-10-02T09:48:02.910" v="136"/>
          <ac:picMkLst>
            <pc:docMk/>
            <pc:sldMk cId="2872556588" sldId="258"/>
            <ac:picMk id="7" creationId="{9DBA4197-2B63-4086-9079-1F50320A554E}"/>
          </ac:picMkLst>
        </pc:picChg>
        <pc:picChg chg="add mod">
          <ac:chgData name="Max O'Brien (mao1g19)" userId="S::mao1g19@soton.ac.uk::4b27b8f5-9906-47a1-b728-23f13a5402b6" providerId="AD" clId="Web-{E99BF556-64DD-8933-D287-5C4C80FCC417}" dt="2021-10-02T09:50:43.589" v="141" actId="1076"/>
          <ac:picMkLst>
            <pc:docMk/>
            <pc:sldMk cId="2872556588" sldId="258"/>
            <ac:picMk id="8" creationId="{A69C21E5-6464-42E5-9318-DAE23F5DBB36}"/>
          </ac:picMkLst>
        </pc:picChg>
      </pc:sldChg>
      <pc:sldChg chg="addSp delSp modSp modNotes">
        <pc:chgData name="Max O'Brien (mao1g19)" userId="S::mao1g19@soton.ac.uk::4b27b8f5-9906-47a1-b728-23f13a5402b6" providerId="AD" clId="Web-{E99BF556-64DD-8933-D287-5C4C80FCC417}" dt="2021-10-02T09:30:36.499" v="56" actId="14100"/>
        <pc:sldMkLst>
          <pc:docMk/>
          <pc:sldMk cId="2197451860" sldId="259"/>
        </pc:sldMkLst>
        <pc:spChg chg="mod">
          <ac:chgData name="Max O'Brien (mao1g19)" userId="S::mao1g19@soton.ac.uk::4b27b8f5-9906-47a1-b728-23f13a5402b6" providerId="AD" clId="Web-{E99BF556-64DD-8933-D287-5C4C80FCC417}" dt="2021-10-02T09:30:15.014" v="45" actId="20577"/>
          <ac:spMkLst>
            <pc:docMk/>
            <pc:sldMk cId="2197451860" sldId="259"/>
            <ac:spMk id="2" creationId="{F8705AEC-A772-4813-BCC7-CBB9B0675F88}"/>
          </ac:spMkLst>
        </pc:spChg>
        <pc:spChg chg="mod">
          <ac:chgData name="Max O'Brien (mao1g19)" userId="S::mao1g19@soton.ac.uk::4b27b8f5-9906-47a1-b728-23f13a5402b6" providerId="AD" clId="Web-{E99BF556-64DD-8933-D287-5C4C80FCC417}" dt="2021-10-02T09:30:36.499" v="56" actId="14100"/>
          <ac:spMkLst>
            <pc:docMk/>
            <pc:sldMk cId="2197451860" sldId="259"/>
            <ac:spMk id="3" creationId="{90303D84-A551-4E7D-9CE5-6AD514444533}"/>
          </ac:spMkLst>
        </pc:spChg>
        <pc:picChg chg="add del">
          <ac:chgData name="Max O'Brien (mao1g19)" userId="S::mao1g19@soton.ac.uk::4b27b8f5-9906-47a1-b728-23f13a5402b6" providerId="AD" clId="Web-{E99BF556-64DD-8933-D287-5C4C80FCC417}" dt="2021-10-02T09:30:30.452" v="55"/>
          <ac:picMkLst>
            <pc:docMk/>
            <pc:sldMk cId="2197451860" sldId="259"/>
            <ac:picMk id="5" creationId="{72CB1BE7-EADC-418A-BF14-ED48BEE76D3F}"/>
          </ac:picMkLst>
        </pc:picChg>
      </pc:sldChg>
      <pc:sldChg chg="modNotes">
        <pc:chgData name="Max O'Brien (mao1g19)" userId="S::mao1g19@soton.ac.uk::4b27b8f5-9906-47a1-b728-23f13a5402b6" providerId="AD" clId="Web-{E99BF556-64DD-8933-D287-5C4C80FCC417}" dt="2021-10-02T09:27:18.890" v="3"/>
        <pc:sldMkLst>
          <pc:docMk/>
          <pc:sldMk cId="70479558" sldId="261"/>
        </pc:sldMkLst>
      </pc:sldChg>
      <pc:sldChg chg="modNotes">
        <pc:chgData name="Max O'Brien (mao1g19)" userId="S::mao1g19@soton.ac.uk::4b27b8f5-9906-47a1-b728-23f13a5402b6" providerId="AD" clId="Web-{E99BF556-64DD-8933-D287-5C4C80FCC417}" dt="2021-10-02T09:27:32.757" v="6"/>
        <pc:sldMkLst>
          <pc:docMk/>
          <pc:sldMk cId="266832973" sldId="262"/>
        </pc:sldMkLst>
      </pc:sldChg>
      <pc:sldChg chg="modSp modNotes">
        <pc:chgData name="Max O'Brien (mao1g19)" userId="S::mao1g19@soton.ac.uk::4b27b8f5-9906-47a1-b728-23f13a5402b6" providerId="AD" clId="Web-{E99BF556-64DD-8933-D287-5C4C80FCC417}" dt="2021-10-02T09:42:09.316" v="126"/>
        <pc:sldMkLst>
          <pc:docMk/>
          <pc:sldMk cId="952771496" sldId="264"/>
        </pc:sldMkLst>
        <pc:spChg chg="mod">
          <ac:chgData name="Max O'Brien (mao1g19)" userId="S::mao1g19@soton.ac.uk::4b27b8f5-9906-47a1-b728-23f13a5402b6" providerId="AD" clId="Web-{E99BF556-64DD-8933-D287-5C4C80FCC417}" dt="2021-10-02T09:42:09.316" v="126"/>
          <ac:spMkLst>
            <pc:docMk/>
            <pc:sldMk cId="952771496" sldId="264"/>
            <ac:spMk id="2" creationId="{4A73400B-6A9C-4898-AB7C-3952846B1127}"/>
          </ac:spMkLst>
        </pc:spChg>
        <pc:graphicFrameChg chg="mod modGraphic">
          <ac:chgData name="Max O'Brien (mao1g19)" userId="S::mao1g19@soton.ac.uk::4b27b8f5-9906-47a1-b728-23f13a5402b6" providerId="AD" clId="Web-{E99BF556-64DD-8933-D287-5C4C80FCC417}" dt="2021-10-02T09:42:09.316" v="126"/>
          <ac:graphicFrameMkLst>
            <pc:docMk/>
            <pc:sldMk cId="952771496" sldId="264"/>
            <ac:graphicFrameMk id="5" creationId="{3D224510-D6A5-4CD6-A0A4-F8F07CB809DD}"/>
          </ac:graphicFrameMkLst>
        </pc:graphicFrameChg>
      </pc:sldChg>
      <pc:sldChg chg="modSp modNotes">
        <pc:chgData name="Max O'Brien (mao1g19)" userId="S::mao1g19@soton.ac.uk::4b27b8f5-9906-47a1-b728-23f13a5402b6" providerId="AD" clId="Web-{E99BF556-64DD-8933-D287-5C4C80FCC417}" dt="2021-10-02T09:41:52.878" v="124" actId="20577"/>
        <pc:sldMkLst>
          <pc:docMk/>
          <pc:sldMk cId="4003261114" sldId="265"/>
        </pc:sldMkLst>
        <pc:spChg chg="mod">
          <ac:chgData name="Max O'Brien (mao1g19)" userId="S::mao1g19@soton.ac.uk::4b27b8f5-9906-47a1-b728-23f13a5402b6" providerId="AD" clId="Web-{E99BF556-64DD-8933-D287-5C4C80FCC417}" dt="2021-10-02T09:41:04.220" v="113" actId="20577"/>
          <ac:spMkLst>
            <pc:docMk/>
            <pc:sldMk cId="4003261114" sldId="265"/>
            <ac:spMk id="2" creationId="{8E6E5D21-086A-4F8A-A062-8E88F916DF3F}"/>
          </ac:spMkLst>
        </pc:spChg>
        <pc:spChg chg="mod">
          <ac:chgData name="Max O'Brien (mao1g19)" userId="S::mao1g19@soton.ac.uk::4b27b8f5-9906-47a1-b728-23f13a5402b6" providerId="AD" clId="Web-{E99BF556-64DD-8933-D287-5C4C80FCC417}" dt="2021-10-02T09:41:52.878" v="124" actId="20577"/>
          <ac:spMkLst>
            <pc:docMk/>
            <pc:sldMk cId="4003261114" sldId="265"/>
            <ac:spMk id="3" creationId="{9680176E-912C-4A81-AA91-493C801C7CA5}"/>
          </ac:spMkLst>
        </pc:spChg>
      </pc:sldChg>
      <pc:sldChg chg="modNotes">
        <pc:chgData name="Max O'Brien (mao1g19)" userId="S::mao1g19@soton.ac.uk::4b27b8f5-9906-47a1-b728-23f13a5402b6" providerId="AD" clId="Web-{E99BF556-64DD-8933-D287-5C4C80FCC417}" dt="2021-10-02T09:27:12.202" v="2"/>
        <pc:sldMkLst>
          <pc:docMk/>
          <pc:sldMk cId="4273636232" sldId="266"/>
        </pc:sldMkLst>
      </pc:sldChg>
    </pc:docChg>
  </pc:docChgLst>
  <pc:docChgLst>
    <pc:chgData name="lebedys a. (al2u18)" userId="S::al2u18@soton.ac.uk::13114830-c8b5-4639-b4ab-cf65fdd09dd7" providerId="AD" clId="Web-{FC9B4D66-8EEE-39A9-BFA4-1B18775A6697}"/>
    <pc:docChg chg="modSld">
      <pc:chgData name="lebedys a. (al2u18)" userId="S::al2u18@soton.ac.uk::13114830-c8b5-4639-b4ab-cf65fdd09dd7" providerId="AD" clId="Web-{FC9B4D66-8EEE-39A9-BFA4-1B18775A6697}" dt="2020-09-30T14:28:49.583" v="24"/>
      <pc:docMkLst>
        <pc:docMk/>
      </pc:docMkLst>
      <pc:sldChg chg="addSp delSp modSp">
        <pc:chgData name="lebedys a. (al2u18)" userId="S::al2u18@soton.ac.uk::13114830-c8b5-4639-b4ab-cf65fdd09dd7" providerId="AD" clId="Web-{FC9B4D66-8EEE-39A9-BFA4-1B18775A6697}" dt="2020-09-30T13:44:00.269" v="16" actId="1076"/>
        <pc:sldMkLst>
          <pc:docMk/>
          <pc:sldMk cId="2331475474" sldId="260"/>
        </pc:sldMkLst>
        <pc:spChg chg="mod">
          <ac:chgData name="lebedys a. (al2u18)" userId="S::al2u18@soton.ac.uk::13114830-c8b5-4639-b4ab-cf65fdd09dd7" providerId="AD" clId="Web-{FC9B4D66-8EEE-39A9-BFA4-1B18775A6697}" dt="2020-09-30T13:22:54.637" v="5"/>
          <ac:spMkLst>
            <pc:docMk/>
            <pc:sldMk cId="2331475474" sldId="260"/>
            <ac:spMk id="3" creationId="{931ABE26-41AE-43B1-BA43-5BE035A99887}"/>
          </ac:spMkLst>
        </pc:spChg>
        <pc:spChg chg="del">
          <ac:chgData name="lebedys a. (al2u18)" userId="S::al2u18@soton.ac.uk::13114830-c8b5-4639-b4ab-cf65fdd09dd7" providerId="AD" clId="Web-{FC9B4D66-8EEE-39A9-BFA4-1B18775A6697}" dt="2020-09-30T13:22:37.512" v="4"/>
          <ac:spMkLst>
            <pc:docMk/>
            <pc:sldMk cId="2331475474" sldId="260"/>
            <ac:spMk id="8" creationId="{5672CAB3-9B4B-4B6B-810A-1F9F19400C6B}"/>
          </ac:spMkLst>
        </pc:spChg>
        <pc:picChg chg="add mod ord modCrop">
          <ac:chgData name="lebedys a. (al2u18)" userId="S::al2u18@soton.ac.uk::13114830-c8b5-4639-b4ab-cf65fdd09dd7" providerId="AD" clId="Web-{FC9B4D66-8EEE-39A9-BFA4-1B18775A6697}" dt="2020-09-30T13:44:00.269" v="16" actId="1076"/>
          <ac:picMkLst>
            <pc:docMk/>
            <pc:sldMk cId="2331475474" sldId="260"/>
            <ac:picMk id="4" creationId="{C385854E-DD4C-4428-9135-439278546FB4}"/>
          </ac:picMkLst>
        </pc:picChg>
      </pc:sldChg>
      <pc:sldChg chg="modSp">
        <pc:chgData name="lebedys a. (al2u18)" userId="S::al2u18@soton.ac.uk::13114830-c8b5-4639-b4ab-cf65fdd09dd7" providerId="AD" clId="Web-{FC9B4D66-8EEE-39A9-BFA4-1B18775A6697}" dt="2020-09-30T14:22:29.670" v="19" actId="20577"/>
        <pc:sldMkLst>
          <pc:docMk/>
          <pc:sldMk cId="1311911284" sldId="267"/>
        </pc:sldMkLst>
        <pc:spChg chg="mod">
          <ac:chgData name="lebedys a. (al2u18)" userId="S::al2u18@soton.ac.uk::13114830-c8b5-4639-b4ab-cf65fdd09dd7" providerId="AD" clId="Web-{FC9B4D66-8EEE-39A9-BFA4-1B18775A6697}" dt="2020-09-30T14:22:29.670" v="19" actId="20577"/>
          <ac:spMkLst>
            <pc:docMk/>
            <pc:sldMk cId="1311911284" sldId="267"/>
            <ac:spMk id="3" creationId="{24CD1A13-BBC0-4931-95B8-55675EFF2641}"/>
          </ac:spMkLst>
        </pc:spChg>
      </pc:sldChg>
      <pc:sldChg chg="addSp delSp modSp">
        <pc:chgData name="lebedys a. (al2u18)" userId="S::al2u18@soton.ac.uk::13114830-c8b5-4639-b4ab-cf65fdd09dd7" providerId="AD" clId="Web-{FC9B4D66-8EEE-39A9-BFA4-1B18775A6697}" dt="2020-09-30T14:28:49.583" v="24"/>
        <pc:sldMkLst>
          <pc:docMk/>
          <pc:sldMk cId="4161741272" sldId="268"/>
        </pc:sldMkLst>
        <pc:picChg chg="add del mod">
          <ac:chgData name="lebedys a. (al2u18)" userId="S::al2u18@soton.ac.uk::13114830-c8b5-4639-b4ab-cf65fdd09dd7" providerId="AD" clId="Web-{FC9B4D66-8EEE-39A9-BFA4-1B18775A6697}" dt="2020-09-30T14:28:49.583" v="24"/>
          <ac:picMkLst>
            <pc:docMk/>
            <pc:sldMk cId="4161741272" sldId="268"/>
            <ac:picMk id="4" creationId="{2BD87ADF-B24E-45EA-9290-D58839213CDB}"/>
          </ac:picMkLst>
        </pc:picChg>
      </pc:sldChg>
    </pc:docChg>
  </pc:docChgLst>
  <pc:docChgLst>
    <pc:chgData name="lebedys a. (al2u18)" userId="S::al2u18@soton.ac.uk::13114830-c8b5-4639-b4ab-cf65fdd09dd7" providerId="AD" clId="Web-{B00F8AC4-462A-8F26-3CA9-7D31C0353700}"/>
    <pc:docChg chg="modSld">
      <pc:chgData name="lebedys a. (al2u18)" userId="S::al2u18@soton.ac.uk::13114830-c8b5-4639-b4ab-cf65fdd09dd7" providerId="AD" clId="Web-{B00F8AC4-462A-8F26-3CA9-7D31C0353700}" dt="2020-10-12T17:11:44.190" v="44" actId="20577"/>
      <pc:docMkLst>
        <pc:docMk/>
      </pc:docMkLst>
      <pc:sldChg chg="addSp modSp">
        <pc:chgData name="lebedys a. (al2u18)" userId="S::al2u18@soton.ac.uk::13114830-c8b5-4639-b4ab-cf65fdd09dd7" providerId="AD" clId="Web-{B00F8AC4-462A-8F26-3CA9-7D31C0353700}" dt="2020-10-12T17:11:04.409" v="33" actId="20577"/>
        <pc:sldMkLst>
          <pc:docMk/>
          <pc:sldMk cId="2331475474" sldId="260"/>
        </pc:sldMkLst>
        <pc:spChg chg="add mod">
          <ac:chgData name="lebedys a. (al2u18)" userId="S::al2u18@soton.ac.uk::13114830-c8b5-4639-b4ab-cf65fdd09dd7" providerId="AD" clId="Web-{B00F8AC4-462A-8F26-3CA9-7D31C0353700}" dt="2020-10-12T17:11:04.409" v="33" actId="20577"/>
          <ac:spMkLst>
            <pc:docMk/>
            <pc:sldMk cId="2331475474" sldId="260"/>
            <ac:spMk id="5" creationId="{A7DD02B2-1CC5-464B-81C0-1E26BB6ED51C}"/>
          </ac:spMkLst>
        </pc:spChg>
        <pc:picChg chg="mod">
          <ac:chgData name="lebedys a. (al2u18)" userId="S::al2u18@soton.ac.uk::13114830-c8b5-4639-b4ab-cf65fdd09dd7" providerId="AD" clId="Web-{B00F8AC4-462A-8F26-3CA9-7D31C0353700}" dt="2020-10-12T17:06:56.585" v="5" actId="1076"/>
          <ac:picMkLst>
            <pc:docMk/>
            <pc:sldMk cId="2331475474" sldId="260"/>
            <ac:picMk id="4" creationId="{C385854E-DD4C-4428-9135-439278546FB4}"/>
          </ac:picMkLst>
        </pc:picChg>
      </pc:sldChg>
      <pc:sldChg chg="addSp delSp modSp">
        <pc:chgData name="lebedys a. (al2u18)" userId="S::al2u18@soton.ac.uk::13114830-c8b5-4639-b4ab-cf65fdd09dd7" providerId="AD" clId="Web-{B00F8AC4-462A-8F26-3CA9-7D31C0353700}" dt="2020-10-12T17:11:43.002" v="43" actId="20577"/>
        <pc:sldMkLst>
          <pc:docMk/>
          <pc:sldMk cId="1311911284" sldId="267"/>
        </pc:sldMkLst>
        <pc:spChg chg="add mod">
          <ac:chgData name="lebedys a. (al2u18)" userId="S::al2u18@soton.ac.uk::13114830-c8b5-4639-b4ab-cf65fdd09dd7" providerId="AD" clId="Web-{B00F8AC4-462A-8F26-3CA9-7D31C0353700}" dt="2020-10-12T17:11:43.002" v="43" actId="20577"/>
          <ac:spMkLst>
            <pc:docMk/>
            <pc:sldMk cId="1311911284" sldId="267"/>
            <ac:spMk id="7" creationId="{DCC5A812-991F-4664-B161-BA525DC728BE}"/>
          </ac:spMkLst>
        </pc:spChg>
        <pc:picChg chg="del">
          <ac:chgData name="lebedys a. (al2u18)" userId="S::al2u18@soton.ac.uk::13114830-c8b5-4639-b4ab-cf65fdd09dd7" providerId="AD" clId="Web-{B00F8AC4-462A-8F26-3CA9-7D31C0353700}" dt="2020-10-12T17:10:03.426" v="15"/>
          <ac:picMkLst>
            <pc:docMk/>
            <pc:sldMk cId="1311911284" sldId="267"/>
            <ac:picMk id="4" creationId="{1DEA9658-9E27-4985-A842-0841F010BE7B}"/>
          </ac:picMkLst>
        </pc:picChg>
        <pc:picChg chg="add mod">
          <ac:chgData name="lebedys a. (al2u18)" userId="S::al2u18@soton.ac.uk::13114830-c8b5-4639-b4ab-cf65fdd09dd7" providerId="AD" clId="Web-{B00F8AC4-462A-8F26-3CA9-7D31C0353700}" dt="2020-10-12T17:11:29.815" v="38" actId="1076"/>
          <ac:picMkLst>
            <pc:docMk/>
            <pc:sldMk cId="1311911284" sldId="267"/>
            <ac:picMk id="5" creationId="{56A3AA54-B6CA-48E9-9784-F6B9B6F4A165}"/>
          </ac:picMkLst>
        </pc:picChg>
      </pc:sldChg>
    </pc:docChg>
  </pc:docChgLst>
  <pc:docChgLst>
    <pc:chgData name="Andreas Demenagas (ad1u20)" userId="S::ad1u20@soton.ac.uk::f5d7f336-a571-47e0-8ba9-ea2b516d0c01" providerId="AD" clId="Web-{3DA3484C-DC72-C932-3D0E-B42505C3A1A5}"/>
    <pc:docChg chg="modSld">
      <pc:chgData name="Andreas Demenagas (ad1u20)" userId="S::ad1u20@soton.ac.uk::f5d7f336-a571-47e0-8ba9-ea2b516d0c01" providerId="AD" clId="Web-{3DA3484C-DC72-C932-3D0E-B42505C3A1A5}" dt="2021-10-02T09:49:56.014" v="171" actId="20577"/>
      <pc:docMkLst>
        <pc:docMk/>
      </pc:docMkLst>
      <pc:sldChg chg="addSp delSp modSp mod modClrScheme chgLayout">
        <pc:chgData name="Andreas Demenagas (ad1u20)" userId="S::ad1u20@soton.ac.uk::f5d7f336-a571-47e0-8ba9-ea2b516d0c01" providerId="AD" clId="Web-{3DA3484C-DC72-C932-3D0E-B42505C3A1A5}" dt="2021-10-02T09:49:56.014" v="171" actId="20577"/>
        <pc:sldMkLst>
          <pc:docMk/>
          <pc:sldMk cId="2197451860" sldId="259"/>
        </pc:sldMkLst>
        <pc:spChg chg="mod">
          <ac:chgData name="Andreas Demenagas (ad1u20)" userId="S::ad1u20@soton.ac.uk::f5d7f336-a571-47e0-8ba9-ea2b516d0c01" providerId="AD" clId="Web-{3DA3484C-DC72-C932-3D0E-B42505C3A1A5}" dt="2021-10-02T09:48:21.933" v="127"/>
          <ac:spMkLst>
            <pc:docMk/>
            <pc:sldMk cId="2197451860" sldId="259"/>
            <ac:spMk id="2" creationId="{F8705AEC-A772-4813-BCC7-CBB9B0675F88}"/>
          </ac:spMkLst>
        </pc:spChg>
        <pc:spChg chg="del mod">
          <ac:chgData name="Andreas Demenagas (ad1u20)" userId="S::ad1u20@soton.ac.uk::f5d7f336-a571-47e0-8ba9-ea2b516d0c01" providerId="AD" clId="Web-{3DA3484C-DC72-C932-3D0E-B42505C3A1A5}" dt="2021-10-02T09:47:35.432" v="116"/>
          <ac:spMkLst>
            <pc:docMk/>
            <pc:sldMk cId="2197451860" sldId="259"/>
            <ac:spMk id="3" creationId="{90303D84-A551-4E7D-9CE5-6AD514444533}"/>
          </ac:spMkLst>
        </pc:spChg>
        <pc:spChg chg="add del mod">
          <ac:chgData name="Andreas Demenagas (ad1u20)" userId="S::ad1u20@soton.ac.uk::f5d7f336-a571-47e0-8ba9-ea2b516d0c01" providerId="AD" clId="Web-{3DA3484C-DC72-C932-3D0E-B42505C3A1A5}" dt="2021-10-02T09:47:53.229" v="121"/>
          <ac:spMkLst>
            <pc:docMk/>
            <pc:sldMk cId="2197451860" sldId="259"/>
            <ac:spMk id="9" creationId="{3C08078D-B171-4A90-BBD9-8C1E7E1ED76E}"/>
          </ac:spMkLst>
        </pc:spChg>
        <pc:graphicFrameChg chg="add mod modGraphic">
          <ac:chgData name="Andreas Demenagas (ad1u20)" userId="S::ad1u20@soton.ac.uk::f5d7f336-a571-47e0-8ba9-ea2b516d0c01" providerId="AD" clId="Web-{3DA3484C-DC72-C932-3D0E-B42505C3A1A5}" dt="2021-10-02T09:49:56.014" v="171" actId="20577"/>
          <ac:graphicFrameMkLst>
            <pc:docMk/>
            <pc:sldMk cId="2197451860" sldId="259"/>
            <ac:graphicFrameMk id="6" creationId="{5BA2DEC6-950D-4A18-BE40-7DF1DC830466}"/>
          </ac:graphicFrameMkLst>
        </pc:graphicFrameChg>
        <pc:picChg chg="add del mod">
          <ac:chgData name="Andreas Demenagas (ad1u20)" userId="S::ad1u20@soton.ac.uk::f5d7f336-a571-47e0-8ba9-ea2b516d0c01" providerId="AD" clId="Web-{3DA3484C-DC72-C932-3D0E-B42505C3A1A5}" dt="2021-10-02T09:46:36.289" v="112"/>
          <ac:picMkLst>
            <pc:docMk/>
            <pc:sldMk cId="2197451860" sldId="259"/>
            <ac:picMk id="4" creationId="{94887705-2F1C-4B8F-89D2-A10AD0823819}"/>
          </ac:picMkLst>
        </pc:picChg>
        <pc:picChg chg="add del mod">
          <ac:chgData name="Andreas Demenagas (ad1u20)" userId="S::ad1u20@soton.ac.uk::f5d7f336-a571-47e0-8ba9-ea2b516d0c01" providerId="AD" clId="Web-{3DA3484C-DC72-C932-3D0E-B42505C3A1A5}" dt="2021-10-02T09:47:51.667" v="120"/>
          <ac:picMkLst>
            <pc:docMk/>
            <pc:sldMk cId="2197451860" sldId="259"/>
            <ac:picMk id="24" creationId="{D2D059EA-4BD8-4258-8F2E-6460EDE2C0A6}"/>
          </ac:picMkLst>
        </pc:picChg>
      </pc:sldChg>
      <pc:sldChg chg="addSp modSp mod modClrScheme chgLayout">
        <pc:chgData name="Andreas Demenagas (ad1u20)" userId="S::ad1u20@soton.ac.uk::f5d7f336-a571-47e0-8ba9-ea2b516d0c01" providerId="AD" clId="Web-{3DA3484C-DC72-C932-3D0E-B42505C3A1A5}" dt="2021-10-02T09:46:50.696" v="114" actId="20577"/>
        <pc:sldMkLst>
          <pc:docMk/>
          <pc:sldMk cId="4003261114" sldId="265"/>
        </pc:sldMkLst>
        <pc:spChg chg="mod">
          <ac:chgData name="Andreas Demenagas (ad1u20)" userId="S::ad1u20@soton.ac.uk::f5d7f336-a571-47e0-8ba9-ea2b516d0c01" providerId="AD" clId="Web-{3DA3484C-DC72-C932-3D0E-B42505C3A1A5}" dt="2021-10-02T09:44:11.064" v="25"/>
          <ac:spMkLst>
            <pc:docMk/>
            <pc:sldMk cId="4003261114" sldId="265"/>
            <ac:spMk id="2" creationId="{8E6E5D21-086A-4F8A-A062-8E88F916DF3F}"/>
          </ac:spMkLst>
        </pc:spChg>
        <pc:spChg chg="mod ord">
          <ac:chgData name="Andreas Demenagas (ad1u20)" userId="S::ad1u20@soton.ac.uk::f5d7f336-a571-47e0-8ba9-ea2b516d0c01" providerId="AD" clId="Web-{3DA3484C-DC72-C932-3D0E-B42505C3A1A5}" dt="2021-10-02T09:46:50.696" v="114" actId="20577"/>
          <ac:spMkLst>
            <pc:docMk/>
            <pc:sldMk cId="4003261114" sldId="265"/>
            <ac:spMk id="3" creationId="{9680176E-912C-4A81-AA91-493C801C7CA5}"/>
          </ac:spMkLst>
        </pc:spChg>
        <pc:picChg chg="add mod">
          <ac:chgData name="Andreas Demenagas (ad1u20)" userId="S::ad1u20@soton.ac.uk::f5d7f336-a571-47e0-8ba9-ea2b516d0c01" providerId="AD" clId="Web-{3DA3484C-DC72-C932-3D0E-B42505C3A1A5}" dt="2021-10-02T09:45:41.850" v="104" actId="14100"/>
          <ac:picMkLst>
            <pc:docMk/>
            <pc:sldMk cId="4003261114" sldId="265"/>
            <ac:picMk id="4" creationId="{FB57F1DF-E042-46C7-8813-9657670AF912}"/>
          </ac:picMkLst>
        </pc:picChg>
      </pc:sldChg>
    </pc:docChg>
  </pc:docChgLst>
  <pc:docChgLst>
    <pc:chgData name="Timothy Brewis" userId="b5fd8990-1e76-4d79-ba58-3166dbbc5086" providerId="ADAL" clId="{AB7DB18E-3E97-41FF-927F-382FBE6A2787}"/>
    <pc:docChg chg="undo custSel addSld delSld modSld sldOrd">
      <pc:chgData name="Timothy Brewis" userId="b5fd8990-1e76-4d79-ba58-3166dbbc5086" providerId="ADAL" clId="{AB7DB18E-3E97-41FF-927F-382FBE6A2787}" dt="2022-10-01T11:18:29.320" v="5227" actId="20577"/>
      <pc:docMkLst>
        <pc:docMk/>
      </pc:docMkLst>
      <pc:sldChg chg="modSp mod">
        <pc:chgData name="Timothy Brewis" userId="b5fd8990-1e76-4d79-ba58-3166dbbc5086" providerId="ADAL" clId="{AB7DB18E-3E97-41FF-927F-382FBE6A2787}" dt="2022-10-01T10:16:30.112" v="3564" actId="20577"/>
        <pc:sldMkLst>
          <pc:docMk/>
          <pc:sldMk cId="11457054" sldId="256"/>
        </pc:sldMkLst>
        <pc:spChg chg="mod">
          <ac:chgData name="Timothy Brewis" userId="b5fd8990-1e76-4d79-ba58-3166dbbc5086" providerId="ADAL" clId="{AB7DB18E-3E97-41FF-927F-382FBE6A2787}" dt="2022-10-01T10:16:30.112" v="3564" actId="20577"/>
          <ac:spMkLst>
            <pc:docMk/>
            <pc:sldMk cId="11457054" sldId="256"/>
            <ac:spMk id="2" creationId="{9F3BFEC1-0428-49A7-9F31-3CFA686C9863}"/>
          </ac:spMkLst>
        </pc:spChg>
      </pc:sldChg>
      <pc:sldChg chg="ord modNotesTx">
        <pc:chgData name="Timothy Brewis" userId="b5fd8990-1e76-4d79-ba58-3166dbbc5086" providerId="ADAL" clId="{AB7DB18E-3E97-41FF-927F-382FBE6A2787}" dt="2022-10-01T10:43:59.008" v="4716" actId="20577"/>
        <pc:sldMkLst>
          <pc:docMk/>
          <pc:sldMk cId="2331475474" sldId="260"/>
        </pc:sldMkLst>
      </pc:sldChg>
      <pc:sldChg chg="ord modNotesTx">
        <pc:chgData name="Timothy Brewis" userId="b5fd8990-1e76-4d79-ba58-3166dbbc5086" providerId="ADAL" clId="{AB7DB18E-3E97-41FF-927F-382FBE6A2787}" dt="2022-10-01T10:42:14.733" v="4557" actId="113"/>
        <pc:sldMkLst>
          <pc:docMk/>
          <pc:sldMk cId="70479558" sldId="261"/>
        </pc:sldMkLst>
      </pc:sldChg>
      <pc:sldChg chg="del">
        <pc:chgData name="Timothy Brewis" userId="b5fd8990-1e76-4d79-ba58-3166dbbc5086" providerId="ADAL" clId="{AB7DB18E-3E97-41FF-927F-382FBE6A2787}" dt="2022-10-01T09:27:52.913" v="6" actId="47"/>
        <pc:sldMkLst>
          <pc:docMk/>
          <pc:sldMk cId="1071121039" sldId="263"/>
        </pc:sldMkLst>
      </pc:sldChg>
      <pc:sldChg chg="ord modNotesTx">
        <pc:chgData name="Timothy Brewis" userId="b5fd8990-1e76-4d79-ba58-3166dbbc5086" providerId="ADAL" clId="{AB7DB18E-3E97-41FF-927F-382FBE6A2787}" dt="2022-10-01T10:42:21.173" v="4560" actId="20577"/>
        <pc:sldMkLst>
          <pc:docMk/>
          <pc:sldMk cId="952771496" sldId="264"/>
        </pc:sldMkLst>
      </pc:sldChg>
      <pc:sldChg chg="modSp mod modNotesTx">
        <pc:chgData name="Timothy Brewis" userId="b5fd8990-1e76-4d79-ba58-3166dbbc5086" providerId="ADAL" clId="{AB7DB18E-3E97-41FF-927F-382FBE6A2787}" dt="2022-10-01T10:38:26.814" v="4431" actId="20577"/>
        <pc:sldMkLst>
          <pc:docMk/>
          <pc:sldMk cId="4003261114" sldId="265"/>
        </pc:sldMkLst>
        <pc:spChg chg="mod">
          <ac:chgData name="Timothy Brewis" userId="b5fd8990-1e76-4d79-ba58-3166dbbc5086" providerId="ADAL" clId="{AB7DB18E-3E97-41FF-927F-382FBE6A2787}" dt="2022-10-01T10:07:11.096" v="2102" actId="20577"/>
          <ac:spMkLst>
            <pc:docMk/>
            <pc:sldMk cId="4003261114" sldId="265"/>
            <ac:spMk id="3" creationId="{9680176E-912C-4A81-AA91-493C801C7CA5}"/>
          </ac:spMkLst>
        </pc:spChg>
      </pc:sldChg>
      <pc:sldChg chg="addSp delSp modSp mod modNotesTx">
        <pc:chgData name="Timothy Brewis" userId="b5fd8990-1e76-4d79-ba58-3166dbbc5086" providerId="ADAL" clId="{AB7DB18E-3E97-41FF-927F-382FBE6A2787}" dt="2022-10-01T11:12:24.878" v="5215" actId="20577"/>
        <pc:sldMkLst>
          <pc:docMk/>
          <pc:sldMk cId="4273636232" sldId="266"/>
        </pc:sldMkLst>
        <pc:spChg chg="mod">
          <ac:chgData name="Timothy Brewis" userId="b5fd8990-1e76-4d79-ba58-3166dbbc5086" providerId="ADAL" clId="{AB7DB18E-3E97-41FF-927F-382FBE6A2787}" dt="2022-10-01T11:12:24.878" v="5215" actId="20577"/>
          <ac:spMkLst>
            <pc:docMk/>
            <pc:sldMk cId="4273636232" sldId="266"/>
            <ac:spMk id="3" creationId="{A9678E46-7441-4CCC-9BDD-73325BD94683}"/>
          </ac:spMkLst>
        </pc:spChg>
        <pc:spChg chg="del">
          <ac:chgData name="Timothy Brewis" userId="b5fd8990-1e76-4d79-ba58-3166dbbc5086" providerId="ADAL" clId="{AB7DB18E-3E97-41FF-927F-382FBE6A2787}" dt="2022-10-01T09:39:01.784" v="637" actId="478"/>
          <ac:spMkLst>
            <pc:docMk/>
            <pc:sldMk cId="4273636232" sldId="266"/>
            <ac:spMk id="8" creationId="{9B6776D3-6021-4C6A-AE69-AA560FBD6422}"/>
          </ac:spMkLst>
        </pc:spChg>
        <pc:spChg chg="del">
          <ac:chgData name="Timothy Brewis" userId="b5fd8990-1e76-4d79-ba58-3166dbbc5086" providerId="ADAL" clId="{AB7DB18E-3E97-41FF-927F-382FBE6A2787}" dt="2022-10-01T09:39:42.807" v="679" actId="478"/>
          <ac:spMkLst>
            <pc:docMk/>
            <pc:sldMk cId="4273636232" sldId="266"/>
            <ac:spMk id="13" creationId="{AD0A7D2E-D3C7-48B5-99E8-CFDABFB0D406}"/>
          </ac:spMkLst>
        </pc:spChg>
        <pc:spChg chg="del">
          <ac:chgData name="Timothy Brewis" userId="b5fd8990-1e76-4d79-ba58-3166dbbc5086" providerId="ADAL" clId="{AB7DB18E-3E97-41FF-927F-382FBE6A2787}" dt="2022-10-01T09:39:41.631" v="678" actId="478"/>
          <ac:spMkLst>
            <pc:docMk/>
            <pc:sldMk cId="4273636232" sldId="266"/>
            <ac:spMk id="14" creationId="{D4E1C3F4-C434-42C1-A972-57A48747341B}"/>
          </ac:spMkLst>
        </pc:spChg>
        <pc:picChg chg="add mod">
          <ac:chgData name="Timothy Brewis" userId="b5fd8990-1e76-4d79-ba58-3166dbbc5086" providerId="ADAL" clId="{AB7DB18E-3E97-41FF-927F-382FBE6A2787}" dt="2022-10-01T09:49:05.465" v="1344" actId="1076"/>
          <ac:picMkLst>
            <pc:docMk/>
            <pc:sldMk cId="4273636232" sldId="266"/>
            <ac:picMk id="5" creationId="{64712556-F307-4215-B07A-D181C6B37CD1}"/>
          </ac:picMkLst>
        </pc:picChg>
        <pc:picChg chg="del">
          <ac:chgData name="Timothy Brewis" userId="b5fd8990-1e76-4d79-ba58-3166dbbc5086" providerId="ADAL" clId="{AB7DB18E-3E97-41FF-927F-382FBE6A2787}" dt="2022-10-01T09:39:00.063" v="636" actId="478"/>
          <ac:picMkLst>
            <pc:docMk/>
            <pc:sldMk cId="4273636232" sldId="266"/>
            <ac:picMk id="6" creationId="{88AFE7C0-B77C-464F-8ABA-C1F808CAED3F}"/>
          </ac:picMkLst>
        </pc:picChg>
        <pc:picChg chg="del mod">
          <ac:chgData name="Timothy Brewis" userId="b5fd8990-1e76-4d79-ba58-3166dbbc5086" providerId="ADAL" clId="{AB7DB18E-3E97-41FF-927F-382FBE6A2787}" dt="2022-10-01T09:40:12.750" v="688" actId="478"/>
          <ac:picMkLst>
            <pc:docMk/>
            <pc:sldMk cId="4273636232" sldId="266"/>
            <ac:picMk id="7" creationId="{167DDE18-0B60-4FDE-A5F2-EC95EEB5A38D}"/>
          </ac:picMkLst>
        </pc:picChg>
        <pc:picChg chg="del mod">
          <ac:chgData name="Timothy Brewis" userId="b5fd8990-1e76-4d79-ba58-3166dbbc5086" providerId="ADAL" clId="{AB7DB18E-3E97-41FF-927F-382FBE6A2787}" dt="2022-10-01T11:07:39.213" v="5148" actId="478"/>
          <ac:picMkLst>
            <pc:docMk/>
            <pc:sldMk cId="4273636232" sldId="266"/>
            <ac:picMk id="9" creationId="{20C50CC9-876C-40C7-A550-C1942FA08F7D}"/>
          </ac:picMkLst>
        </pc:picChg>
        <pc:picChg chg="add mod">
          <ac:chgData name="Timothy Brewis" userId="b5fd8990-1e76-4d79-ba58-3166dbbc5086" providerId="ADAL" clId="{AB7DB18E-3E97-41FF-927F-382FBE6A2787}" dt="2022-10-01T11:07:36.053" v="5145" actId="1076"/>
          <ac:picMkLst>
            <pc:docMk/>
            <pc:sldMk cId="4273636232" sldId="266"/>
            <ac:picMk id="11" creationId="{871A2D2A-1C8F-4592-9477-398B85AE7D47}"/>
          </ac:picMkLst>
        </pc:picChg>
        <pc:picChg chg="add mod">
          <ac:chgData name="Timothy Brewis" userId="b5fd8990-1e76-4d79-ba58-3166dbbc5086" providerId="ADAL" clId="{AB7DB18E-3E97-41FF-927F-382FBE6A2787}" dt="2022-10-01T11:07:40.948" v="5149" actId="1076"/>
          <ac:picMkLst>
            <pc:docMk/>
            <pc:sldMk cId="4273636232" sldId="266"/>
            <ac:picMk id="15" creationId="{26C1828F-3E76-405B-98CD-EDC5E7CB0D8F}"/>
          </ac:picMkLst>
        </pc:picChg>
      </pc:sldChg>
      <pc:sldChg chg="del">
        <pc:chgData name="Timothy Brewis" userId="b5fd8990-1e76-4d79-ba58-3166dbbc5086" providerId="ADAL" clId="{AB7DB18E-3E97-41FF-927F-382FBE6A2787}" dt="2022-10-01T09:27:38.962" v="4" actId="47"/>
        <pc:sldMkLst>
          <pc:docMk/>
          <pc:sldMk cId="1311911284" sldId="267"/>
        </pc:sldMkLst>
      </pc:sldChg>
      <pc:sldChg chg="del">
        <pc:chgData name="Timothy Brewis" userId="b5fd8990-1e76-4d79-ba58-3166dbbc5086" providerId="ADAL" clId="{AB7DB18E-3E97-41FF-927F-382FBE6A2787}" dt="2022-10-01T09:27:40.129" v="5" actId="47"/>
        <pc:sldMkLst>
          <pc:docMk/>
          <pc:sldMk cId="4161741272" sldId="268"/>
        </pc:sldMkLst>
      </pc:sldChg>
      <pc:sldChg chg="modSp mod">
        <pc:chgData name="Timothy Brewis" userId="b5fd8990-1e76-4d79-ba58-3166dbbc5086" providerId="ADAL" clId="{AB7DB18E-3E97-41FF-927F-382FBE6A2787}" dt="2022-10-01T11:18:29.320" v="5227" actId="20577"/>
        <pc:sldMkLst>
          <pc:docMk/>
          <pc:sldMk cId="1064561915" sldId="269"/>
        </pc:sldMkLst>
        <pc:spChg chg="mod">
          <ac:chgData name="Timothy Brewis" userId="b5fd8990-1e76-4d79-ba58-3166dbbc5086" providerId="ADAL" clId="{AB7DB18E-3E97-41FF-927F-382FBE6A2787}" dt="2022-10-01T11:18:29.320" v="5227" actId="20577"/>
          <ac:spMkLst>
            <pc:docMk/>
            <pc:sldMk cId="1064561915" sldId="269"/>
            <ac:spMk id="2" creationId="{E7F14374-21AF-48D3-B532-10EFEA88D36A}"/>
          </ac:spMkLst>
        </pc:spChg>
      </pc:sldChg>
      <pc:sldChg chg="modSp mod">
        <pc:chgData name="Timothy Brewis" userId="b5fd8990-1e76-4d79-ba58-3166dbbc5086" providerId="ADAL" clId="{AB7DB18E-3E97-41FF-927F-382FBE6A2787}" dt="2022-10-01T11:18:17.616" v="5226" actId="14100"/>
        <pc:sldMkLst>
          <pc:docMk/>
          <pc:sldMk cId="1873852154" sldId="271"/>
        </pc:sldMkLst>
        <pc:spChg chg="mod">
          <ac:chgData name="Timothy Brewis" userId="b5fd8990-1e76-4d79-ba58-3166dbbc5086" providerId="ADAL" clId="{AB7DB18E-3E97-41FF-927F-382FBE6A2787}" dt="2022-10-01T11:18:17.616" v="5226" actId="14100"/>
          <ac:spMkLst>
            <pc:docMk/>
            <pc:sldMk cId="1873852154" sldId="271"/>
            <ac:spMk id="3" creationId="{7964455D-0821-E7EB-221D-0A0D2B76B0E4}"/>
          </ac:spMkLst>
        </pc:spChg>
      </pc:sldChg>
      <pc:sldChg chg="del">
        <pc:chgData name="Timothy Brewis" userId="b5fd8990-1e76-4d79-ba58-3166dbbc5086" providerId="ADAL" clId="{AB7DB18E-3E97-41FF-927F-382FBE6A2787}" dt="2022-10-01T09:28:29.534" v="8" actId="47"/>
        <pc:sldMkLst>
          <pc:docMk/>
          <pc:sldMk cId="2624979451" sldId="272"/>
        </pc:sldMkLst>
      </pc:sldChg>
      <pc:sldChg chg="addSp delSp modSp mod ord modNotesTx">
        <pc:chgData name="Timothy Brewis" userId="b5fd8990-1e76-4d79-ba58-3166dbbc5086" providerId="ADAL" clId="{AB7DB18E-3E97-41FF-927F-382FBE6A2787}" dt="2022-10-01T10:56:28.463" v="5088" actId="20577"/>
        <pc:sldMkLst>
          <pc:docMk/>
          <pc:sldMk cId="3486083925" sldId="274"/>
        </pc:sldMkLst>
        <pc:spChg chg="mod">
          <ac:chgData name="Timothy Brewis" userId="b5fd8990-1e76-4d79-ba58-3166dbbc5086" providerId="ADAL" clId="{AB7DB18E-3E97-41FF-927F-382FBE6A2787}" dt="2022-10-01T10:56:28.463" v="5088" actId="20577"/>
          <ac:spMkLst>
            <pc:docMk/>
            <pc:sldMk cId="3486083925" sldId="274"/>
            <ac:spMk id="3" creationId="{A46AA4A6-D48C-40E2-9DCE-C77C19766718}"/>
          </ac:spMkLst>
        </pc:spChg>
        <pc:spChg chg="del mod">
          <ac:chgData name="Timothy Brewis" userId="b5fd8990-1e76-4d79-ba58-3166dbbc5086" providerId="ADAL" clId="{AB7DB18E-3E97-41FF-927F-382FBE6A2787}" dt="2022-10-01T09:33:32.015" v="144" actId="478"/>
          <ac:spMkLst>
            <pc:docMk/>
            <pc:sldMk cId="3486083925" sldId="274"/>
            <ac:spMk id="4" creationId="{D0545D93-FCBA-4965-91D9-CF95DF7C6FF6}"/>
          </ac:spMkLst>
        </pc:spChg>
        <pc:spChg chg="del mod">
          <ac:chgData name="Timothy Brewis" userId="b5fd8990-1e76-4d79-ba58-3166dbbc5086" providerId="ADAL" clId="{AB7DB18E-3E97-41FF-927F-382FBE6A2787}" dt="2022-10-01T09:33:31.055" v="142" actId="478"/>
          <ac:spMkLst>
            <pc:docMk/>
            <pc:sldMk cId="3486083925" sldId="274"/>
            <ac:spMk id="6" creationId="{116CE4A9-9525-44CB-82CE-2ADC6F7031BA}"/>
          </ac:spMkLst>
        </pc:spChg>
        <pc:spChg chg="del">
          <ac:chgData name="Timothy Brewis" userId="b5fd8990-1e76-4d79-ba58-3166dbbc5086" providerId="ADAL" clId="{AB7DB18E-3E97-41FF-927F-382FBE6A2787}" dt="2022-10-01T09:33:27.968" v="139" actId="478"/>
          <ac:spMkLst>
            <pc:docMk/>
            <pc:sldMk cId="3486083925" sldId="274"/>
            <ac:spMk id="8" creationId="{B5C88CF0-76C1-4BAC-A97C-C51A2223E003}"/>
          </ac:spMkLst>
        </pc:spChg>
        <pc:picChg chg="del">
          <ac:chgData name="Timothy Brewis" userId="b5fd8990-1e76-4d79-ba58-3166dbbc5086" providerId="ADAL" clId="{AB7DB18E-3E97-41FF-927F-382FBE6A2787}" dt="2022-10-01T09:33:26.631" v="137" actId="478"/>
          <ac:picMkLst>
            <pc:docMk/>
            <pc:sldMk cId="3486083925" sldId="274"/>
            <ac:picMk id="5" creationId="{F6644811-3C9D-4D7A-B4C0-648A1D71ED24}"/>
          </ac:picMkLst>
        </pc:picChg>
        <pc:picChg chg="del">
          <ac:chgData name="Timothy Brewis" userId="b5fd8990-1e76-4d79-ba58-3166dbbc5086" providerId="ADAL" clId="{AB7DB18E-3E97-41FF-927F-382FBE6A2787}" dt="2022-10-01T09:33:26.135" v="136" actId="478"/>
          <ac:picMkLst>
            <pc:docMk/>
            <pc:sldMk cId="3486083925" sldId="274"/>
            <ac:picMk id="7" creationId="{A7B48798-DDB8-4E48-826C-E18489152F5A}"/>
          </ac:picMkLst>
        </pc:picChg>
        <pc:picChg chg="add mod">
          <ac:chgData name="Timothy Brewis" userId="b5fd8990-1e76-4d79-ba58-3166dbbc5086" providerId="ADAL" clId="{AB7DB18E-3E97-41FF-927F-382FBE6A2787}" dt="2022-10-01T09:50:14.377" v="1405" actId="1076"/>
          <ac:picMkLst>
            <pc:docMk/>
            <pc:sldMk cId="3486083925" sldId="274"/>
            <ac:picMk id="9" creationId="{FA7A31F6-031B-4F83-B888-67A3E113E1F5}"/>
          </ac:picMkLst>
        </pc:picChg>
        <pc:picChg chg="add del mod">
          <ac:chgData name="Timothy Brewis" userId="b5fd8990-1e76-4d79-ba58-3166dbbc5086" providerId="ADAL" clId="{AB7DB18E-3E97-41FF-927F-382FBE6A2787}" dt="2022-10-01T09:36:39.442" v="386" actId="478"/>
          <ac:picMkLst>
            <pc:docMk/>
            <pc:sldMk cId="3486083925" sldId="274"/>
            <ac:picMk id="11" creationId="{F447F78A-DD49-46E0-9C9E-DABB635BAE23}"/>
          </ac:picMkLst>
        </pc:picChg>
        <pc:picChg chg="add mod">
          <ac:chgData name="Timothy Brewis" userId="b5fd8990-1e76-4d79-ba58-3166dbbc5086" providerId="ADAL" clId="{AB7DB18E-3E97-41FF-927F-382FBE6A2787}" dt="2022-10-01T09:50:16.193" v="1406" actId="1076"/>
          <ac:picMkLst>
            <pc:docMk/>
            <pc:sldMk cId="3486083925" sldId="274"/>
            <ac:picMk id="12" creationId="{540BB429-B3B4-4BF0-BFB0-A05B586CADFA}"/>
          </ac:picMkLst>
        </pc:picChg>
        <pc:picChg chg="add mod">
          <ac:chgData name="Timothy Brewis" userId="b5fd8990-1e76-4d79-ba58-3166dbbc5086" providerId="ADAL" clId="{AB7DB18E-3E97-41FF-927F-382FBE6A2787}" dt="2022-10-01T09:50:18.561" v="1407" actId="1076"/>
          <ac:picMkLst>
            <pc:docMk/>
            <pc:sldMk cId="3486083925" sldId="274"/>
            <ac:picMk id="13" creationId="{A3221B88-8E47-47D8-A0BD-06761AF02498}"/>
          </ac:picMkLst>
        </pc:picChg>
      </pc:sldChg>
      <pc:sldChg chg="del">
        <pc:chgData name="Timothy Brewis" userId="b5fd8990-1e76-4d79-ba58-3166dbbc5086" providerId="ADAL" clId="{AB7DB18E-3E97-41FF-927F-382FBE6A2787}" dt="2022-10-01T09:27:25.811" v="2" actId="47"/>
        <pc:sldMkLst>
          <pc:docMk/>
          <pc:sldMk cId="2181198675" sldId="275"/>
        </pc:sldMkLst>
      </pc:sldChg>
      <pc:sldChg chg="del">
        <pc:chgData name="Timothy Brewis" userId="b5fd8990-1e76-4d79-ba58-3166dbbc5086" providerId="ADAL" clId="{AB7DB18E-3E97-41FF-927F-382FBE6A2787}" dt="2022-10-01T09:27:57.056" v="7" actId="47"/>
        <pc:sldMkLst>
          <pc:docMk/>
          <pc:sldMk cId="4037046372" sldId="276"/>
        </pc:sldMkLst>
      </pc:sldChg>
      <pc:sldChg chg="modNotesTx">
        <pc:chgData name="Timothy Brewis" userId="b5fd8990-1e76-4d79-ba58-3166dbbc5086" providerId="ADAL" clId="{AB7DB18E-3E97-41FF-927F-382FBE6A2787}" dt="2022-10-01T10:52:00.907" v="4923" actId="20577"/>
        <pc:sldMkLst>
          <pc:docMk/>
          <pc:sldMk cId="3054045497" sldId="277"/>
        </pc:sldMkLst>
      </pc:sldChg>
      <pc:sldChg chg="addSp delSp modSp mod modNotesTx">
        <pc:chgData name="Timothy Brewis" userId="b5fd8990-1e76-4d79-ba58-3166dbbc5086" providerId="ADAL" clId="{AB7DB18E-3E97-41FF-927F-382FBE6A2787}" dt="2022-10-01T10:43:20.714" v="4601" actId="1076"/>
        <pc:sldMkLst>
          <pc:docMk/>
          <pc:sldMk cId="2710395557" sldId="279"/>
        </pc:sldMkLst>
        <pc:spChg chg="mod">
          <ac:chgData name="Timothy Brewis" userId="b5fd8990-1e76-4d79-ba58-3166dbbc5086" providerId="ADAL" clId="{AB7DB18E-3E97-41FF-927F-382FBE6A2787}" dt="2022-10-01T10:17:28.367" v="3566" actId="6549"/>
          <ac:spMkLst>
            <pc:docMk/>
            <pc:sldMk cId="2710395557" sldId="279"/>
            <ac:spMk id="10" creationId="{4F94F5C6-4113-47D8-9295-127FE683F5BC}"/>
          </ac:spMkLst>
        </pc:spChg>
        <pc:spChg chg="mod">
          <ac:chgData name="Timothy Brewis" userId="b5fd8990-1e76-4d79-ba58-3166dbbc5086" providerId="ADAL" clId="{AB7DB18E-3E97-41FF-927F-382FBE6A2787}" dt="2022-10-01T10:18:42.664" v="3657" actId="113"/>
          <ac:spMkLst>
            <pc:docMk/>
            <pc:sldMk cId="2710395557" sldId="279"/>
            <ac:spMk id="16" creationId="{7154C87A-52B3-4BE1-90CE-35DA30F802AB}"/>
          </ac:spMkLst>
        </pc:spChg>
        <pc:spChg chg="mod">
          <ac:chgData name="Timothy Brewis" userId="b5fd8990-1e76-4d79-ba58-3166dbbc5086" providerId="ADAL" clId="{AB7DB18E-3E97-41FF-927F-382FBE6A2787}" dt="2022-10-01T10:18:45.989" v="3663" actId="20577"/>
          <ac:spMkLst>
            <pc:docMk/>
            <pc:sldMk cId="2710395557" sldId="279"/>
            <ac:spMk id="17" creationId="{E1EC66B0-706E-4482-9271-4634E692A0DD}"/>
          </ac:spMkLst>
        </pc:spChg>
        <pc:spChg chg="mod">
          <ac:chgData name="Timothy Brewis" userId="b5fd8990-1e76-4d79-ba58-3166dbbc5086" providerId="ADAL" clId="{AB7DB18E-3E97-41FF-927F-382FBE6A2787}" dt="2022-10-01T10:18:54.405" v="3686" actId="20577"/>
          <ac:spMkLst>
            <pc:docMk/>
            <pc:sldMk cId="2710395557" sldId="279"/>
            <ac:spMk id="18" creationId="{7C269EC9-4120-4BDA-ABCD-B699FF1DEADD}"/>
          </ac:spMkLst>
        </pc:spChg>
        <pc:spChg chg="mod">
          <ac:chgData name="Timothy Brewis" userId="b5fd8990-1e76-4d79-ba58-3166dbbc5086" providerId="ADAL" clId="{AB7DB18E-3E97-41FF-927F-382FBE6A2787}" dt="2022-10-01T10:17:47.774" v="3591" actId="20577"/>
          <ac:spMkLst>
            <pc:docMk/>
            <pc:sldMk cId="2710395557" sldId="279"/>
            <ac:spMk id="19" creationId="{C3B73E6E-E32A-458B-87B4-07B7BF76ADBE}"/>
          </ac:spMkLst>
        </pc:spChg>
        <pc:grpChg chg="mod">
          <ac:chgData name="Timothy Brewis" userId="b5fd8990-1e76-4d79-ba58-3166dbbc5086" providerId="ADAL" clId="{AB7DB18E-3E97-41FF-927F-382FBE6A2787}" dt="2022-10-01T10:18:02.719" v="3596" actId="1076"/>
          <ac:grpSpMkLst>
            <pc:docMk/>
            <pc:sldMk cId="2710395557" sldId="279"/>
            <ac:grpSpMk id="13" creationId="{701EB609-4464-410D-9540-3F29D79D2A05}"/>
          </ac:grpSpMkLst>
        </pc:grpChg>
        <pc:grpChg chg="del">
          <ac:chgData name="Timothy Brewis" userId="b5fd8990-1e76-4d79-ba58-3166dbbc5086" providerId="ADAL" clId="{AB7DB18E-3E97-41FF-927F-382FBE6A2787}" dt="2022-10-01T10:17:29.415" v="3567" actId="478"/>
          <ac:grpSpMkLst>
            <pc:docMk/>
            <pc:sldMk cId="2710395557" sldId="279"/>
            <ac:grpSpMk id="15" creationId="{E92B51B3-6CD7-43C7-9B89-A46BE6292964}"/>
          </ac:grpSpMkLst>
        </pc:grpChg>
        <pc:picChg chg="mod">
          <ac:chgData name="Timothy Brewis" userId="b5fd8990-1e76-4d79-ba58-3166dbbc5086" providerId="ADAL" clId="{AB7DB18E-3E97-41FF-927F-382FBE6A2787}" dt="2022-10-01T10:19:05.501" v="3689" actId="1076"/>
          <ac:picMkLst>
            <pc:docMk/>
            <pc:sldMk cId="2710395557" sldId="279"/>
            <ac:picMk id="3" creationId="{9CD65CF2-2FF3-4644-8F42-9788E60C559B}"/>
          </ac:picMkLst>
        </pc:picChg>
        <pc:picChg chg="del">
          <ac:chgData name="Timothy Brewis" userId="b5fd8990-1e76-4d79-ba58-3166dbbc5086" providerId="ADAL" clId="{AB7DB18E-3E97-41FF-927F-382FBE6A2787}" dt="2022-10-01T10:17:25.120" v="3565" actId="478"/>
          <ac:picMkLst>
            <pc:docMk/>
            <pc:sldMk cId="2710395557" sldId="279"/>
            <ac:picMk id="5" creationId="{EDF8EAC3-A0FA-4AA4-9583-D22843DA2D05}"/>
          </ac:picMkLst>
        </pc:picChg>
        <pc:picChg chg="del">
          <ac:chgData name="Timothy Brewis" userId="b5fd8990-1e76-4d79-ba58-3166dbbc5086" providerId="ADAL" clId="{AB7DB18E-3E97-41FF-927F-382FBE6A2787}" dt="2022-10-01T10:17:25.120" v="3565" actId="478"/>
          <ac:picMkLst>
            <pc:docMk/>
            <pc:sldMk cId="2710395557" sldId="279"/>
            <ac:picMk id="7" creationId="{A22C6193-DB2F-406B-826C-6BD86F5FA451}"/>
          </ac:picMkLst>
        </pc:picChg>
        <pc:picChg chg="del mod">
          <ac:chgData name="Timothy Brewis" userId="b5fd8990-1e76-4d79-ba58-3166dbbc5086" providerId="ADAL" clId="{AB7DB18E-3E97-41FF-927F-382FBE6A2787}" dt="2022-10-01T10:17:52.822" v="3594" actId="478"/>
          <ac:picMkLst>
            <pc:docMk/>
            <pc:sldMk cId="2710395557" sldId="279"/>
            <ac:picMk id="9" creationId="{9B59E772-24BA-4BCE-9D56-85682DA32DC2}"/>
          </ac:picMkLst>
        </pc:picChg>
        <pc:picChg chg="del mod">
          <ac:chgData name="Timothy Brewis" userId="b5fd8990-1e76-4d79-ba58-3166dbbc5086" providerId="ADAL" clId="{AB7DB18E-3E97-41FF-927F-382FBE6A2787}" dt="2022-10-01T10:18:56.701" v="3687" actId="478"/>
          <ac:picMkLst>
            <pc:docMk/>
            <pc:sldMk cId="2710395557" sldId="279"/>
            <ac:picMk id="20" creationId="{E62D99D5-76CC-4E24-9732-224321F81C77}"/>
          </ac:picMkLst>
        </pc:picChg>
        <pc:picChg chg="mod">
          <ac:chgData name="Timothy Brewis" userId="b5fd8990-1e76-4d79-ba58-3166dbbc5086" providerId="ADAL" clId="{AB7DB18E-3E97-41FF-927F-382FBE6A2787}" dt="2022-10-01T10:43:12.522" v="4597" actId="1076"/>
          <ac:picMkLst>
            <pc:docMk/>
            <pc:sldMk cId="2710395557" sldId="279"/>
            <ac:picMk id="21" creationId="{9E47C4E8-6D2F-4C61-AD37-7AC5858A1376}"/>
          </ac:picMkLst>
        </pc:picChg>
        <pc:picChg chg="del mod">
          <ac:chgData name="Timothy Brewis" userId="b5fd8990-1e76-4d79-ba58-3166dbbc5086" providerId="ADAL" clId="{AB7DB18E-3E97-41FF-927F-382FBE6A2787}" dt="2022-10-01T10:43:14.091" v="4598" actId="478"/>
          <ac:picMkLst>
            <pc:docMk/>
            <pc:sldMk cId="2710395557" sldId="279"/>
            <ac:picMk id="22" creationId="{346B0626-F1CC-49D6-ABA8-CB6C56F70230}"/>
          </ac:picMkLst>
        </pc:picChg>
        <pc:picChg chg="del">
          <ac:chgData name="Timothy Brewis" userId="b5fd8990-1e76-4d79-ba58-3166dbbc5086" providerId="ADAL" clId="{AB7DB18E-3E97-41FF-927F-382FBE6A2787}" dt="2022-10-01T10:17:25.120" v="3565" actId="478"/>
          <ac:picMkLst>
            <pc:docMk/>
            <pc:sldMk cId="2710395557" sldId="279"/>
            <ac:picMk id="23" creationId="{16ADB9AA-8E56-44B0-A667-43F628407155}"/>
          </ac:picMkLst>
        </pc:picChg>
        <pc:picChg chg="del">
          <ac:chgData name="Timothy Brewis" userId="b5fd8990-1e76-4d79-ba58-3166dbbc5086" providerId="ADAL" clId="{AB7DB18E-3E97-41FF-927F-382FBE6A2787}" dt="2022-10-01T10:17:25.120" v="3565" actId="478"/>
          <ac:picMkLst>
            <pc:docMk/>
            <pc:sldMk cId="2710395557" sldId="279"/>
            <ac:picMk id="24" creationId="{C1D711F7-39D8-4748-BC33-D81E388DD09A}"/>
          </ac:picMkLst>
        </pc:picChg>
        <pc:picChg chg="del">
          <ac:chgData name="Timothy Brewis" userId="b5fd8990-1e76-4d79-ba58-3166dbbc5086" providerId="ADAL" clId="{AB7DB18E-3E97-41FF-927F-382FBE6A2787}" dt="2022-10-01T10:17:25.120" v="3565" actId="478"/>
          <ac:picMkLst>
            <pc:docMk/>
            <pc:sldMk cId="2710395557" sldId="279"/>
            <ac:picMk id="25" creationId="{991DEE78-9DF4-4A2D-820B-E657C220B2A2}"/>
          </ac:picMkLst>
        </pc:picChg>
        <pc:picChg chg="del">
          <ac:chgData name="Timothy Brewis" userId="b5fd8990-1e76-4d79-ba58-3166dbbc5086" providerId="ADAL" clId="{AB7DB18E-3E97-41FF-927F-382FBE6A2787}" dt="2022-10-01T10:17:25.120" v="3565" actId="478"/>
          <ac:picMkLst>
            <pc:docMk/>
            <pc:sldMk cId="2710395557" sldId="279"/>
            <ac:picMk id="26" creationId="{87BD734E-4C3E-47B0-A729-B4B34A0EE032}"/>
          </ac:picMkLst>
        </pc:picChg>
        <pc:picChg chg="add mod">
          <ac:chgData name="Timothy Brewis" userId="b5fd8990-1e76-4d79-ba58-3166dbbc5086" providerId="ADAL" clId="{AB7DB18E-3E97-41FF-927F-382FBE6A2787}" dt="2022-10-01T10:43:20.714" v="4601" actId="1076"/>
          <ac:picMkLst>
            <pc:docMk/>
            <pc:sldMk cId="2710395557" sldId="279"/>
            <ac:picMk id="27" creationId="{1641F5A4-7644-490B-89AE-77016FAC5D37}"/>
          </ac:picMkLst>
        </pc:picChg>
        <pc:picChg chg="mod">
          <ac:chgData name="Timothy Brewis" userId="b5fd8990-1e76-4d79-ba58-3166dbbc5086" providerId="ADAL" clId="{AB7DB18E-3E97-41FF-927F-382FBE6A2787}" dt="2022-10-01T10:19:21.779" v="3693" actId="14100"/>
          <ac:picMkLst>
            <pc:docMk/>
            <pc:sldMk cId="2710395557" sldId="279"/>
            <ac:picMk id="28" creationId="{1D667ED6-AC9B-4F82-9403-98BA18B3494C}"/>
          </ac:picMkLst>
        </pc:picChg>
        <pc:picChg chg="del">
          <ac:chgData name="Timothy Brewis" userId="b5fd8990-1e76-4d79-ba58-3166dbbc5086" providerId="ADAL" clId="{AB7DB18E-3E97-41FF-927F-382FBE6A2787}" dt="2022-10-01T10:17:25.120" v="3565" actId="478"/>
          <ac:picMkLst>
            <pc:docMk/>
            <pc:sldMk cId="2710395557" sldId="279"/>
            <ac:picMk id="30" creationId="{CDF66339-065F-4A2B-9ED4-FA30C6165438}"/>
          </ac:picMkLst>
        </pc:picChg>
      </pc:sldChg>
      <pc:sldChg chg="addSp modSp ord modNotesTx">
        <pc:chgData name="Timothy Brewis" userId="b5fd8990-1e76-4d79-ba58-3166dbbc5086" providerId="ADAL" clId="{AB7DB18E-3E97-41FF-927F-382FBE6A2787}" dt="2022-10-01T10:42:04.078" v="4542" actId="20577"/>
        <pc:sldMkLst>
          <pc:docMk/>
          <pc:sldMk cId="1976167510" sldId="280"/>
        </pc:sldMkLst>
        <pc:spChg chg="mod">
          <ac:chgData name="Timothy Brewis" userId="b5fd8990-1e76-4d79-ba58-3166dbbc5086" providerId="ADAL" clId="{AB7DB18E-3E97-41FF-927F-382FBE6A2787}" dt="2022-10-01T10:33:29.631" v="4398"/>
          <ac:spMkLst>
            <pc:docMk/>
            <pc:sldMk cId="1976167510" sldId="280"/>
            <ac:spMk id="3" creationId="{A46AA4A6-D48C-40E2-9DCE-C77C19766718}"/>
          </ac:spMkLst>
        </pc:spChg>
        <pc:picChg chg="add mod">
          <ac:chgData name="Timothy Brewis" userId="b5fd8990-1e76-4d79-ba58-3166dbbc5086" providerId="ADAL" clId="{AB7DB18E-3E97-41FF-927F-382FBE6A2787}" dt="2022-10-01T10:33:46.324" v="4405" actId="1076"/>
          <ac:picMkLst>
            <pc:docMk/>
            <pc:sldMk cId="1976167510" sldId="280"/>
            <ac:picMk id="1026" creationId="{D058C459-D24B-4F01-8E17-A76702C65D0D}"/>
          </ac:picMkLst>
        </pc:picChg>
      </pc:sldChg>
      <pc:sldChg chg="modSp mod ord modNotesTx">
        <pc:chgData name="Timothy Brewis" userId="b5fd8990-1e76-4d79-ba58-3166dbbc5086" providerId="ADAL" clId="{AB7DB18E-3E97-41FF-927F-382FBE6A2787}" dt="2022-10-01T10:56:07.217" v="5060" actId="1076"/>
        <pc:sldMkLst>
          <pc:docMk/>
          <pc:sldMk cId="1345559212" sldId="281"/>
        </pc:sldMkLst>
        <pc:spChg chg="mod">
          <ac:chgData name="Timothy Brewis" userId="b5fd8990-1e76-4d79-ba58-3166dbbc5086" providerId="ADAL" clId="{AB7DB18E-3E97-41FF-927F-382FBE6A2787}" dt="2022-10-01T10:56:04.507" v="5058" actId="20577"/>
          <ac:spMkLst>
            <pc:docMk/>
            <pc:sldMk cId="1345559212" sldId="281"/>
            <ac:spMk id="9" creationId="{77C55FD1-D788-471C-B14E-85F02B36735E}"/>
          </ac:spMkLst>
        </pc:spChg>
        <pc:spChg chg="mod">
          <ac:chgData name="Timothy Brewis" userId="b5fd8990-1e76-4d79-ba58-3166dbbc5086" providerId="ADAL" clId="{AB7DB18E-3E97-41FF-927F-382FBE6A2787}" dt="2022-10-01T10:55:57.604" v="5055" actId="20577"/>
          <ac:spMkLst>
            <pc:docMk/>
            <pc:sldMk cId="1345559212" sldId="281"/>
            <ac:spMk id="10" creationId="{B3AA54C6-AE43-47D0-8C5E-656F20DEC1E8}"/>
          </ac:spMkLst>
        </pc:spChg>
        <pc:picChg chg="mod">
          <ac:chgData name="Timothy Brewis" userId="b5fd8990-1e76-4d79-ba58-3166dbbc5086" providerId="ADAL" clId="{AB7DB18E-3E97-41FF-927F-382FBE6A2787}" dt="2022-10-01T10:56:06.273" v="5059" actId="1076"/>
          <ac:picMkLst>
            <pc:docMk/>
            <pc:sldMk cId="1345559212" sldId="281"/>
            <ac:picMk id="16" creationId="{6548FDDC-4507-4D11-BF95-B45FE27FB830}"/>
          </ac:picMkLst>
        </pc:picChg>
        <pc:picChg chg="mod">
          <ac:chgData name="Timothy Brewis" userId="b5fd8990-1e76-4d79-ba58-3166dbbc5086" providerId="ADAL" clId="{AB7DB18E-3E97-41FF-927F-382FBE6A2787}" dt="2022-10-01T10:56:07.217" v="5060" actId="1076"/>
          <ac:picMkLst>
            <pc:docMk/>
            <pc:sldMk cId="1345559212" sldId="281"/>
            <ac:picMk id="17" creationId="{0F6183A0-27D6-4CF6-86CE-6FFA7FDECC39}"/>
          </ac:picMkLst>
        </pc:picChg>
        <pc:picChg chg="mod">
          <ac:chgData name="Timothy Brewis" userId="b5fd8990-1e76-4d79-ba58-3166dbbc5086" providerId="ADAL" clId="{AB7DB18E-3E97-41FF-927F-382FBE6A2787}" dt="2022-10-01T10:55:16.960" v="4991" actId="14100"/>
          <ac:picMkLst>
            <pc:docMk/>
            <pc:sldMk cId="1345559212" sldId="281"/>
            <ac:picMk id="18" creationId="{7A179520-F589-4C01-8800-C4F53F5F55F6}"/>
          </ac:picMkLst>
        </pc:picChg>
      </pc:sldChg>
      <pc:sldChg chg="modSp mod modNotesTx">
        <pc:chgData name="Timothy Brewis" userId="b5fd8990-1e76-4d79-ba58-3166dbbc5086" providerId="ADAL" clId="{AB7DB18E-3E97-41FF-927F-382FBE6A2787}" dt="2022-10-01T10:42:36.555" v="4582" actId="20577"/>
        <pc:sldMkLst>
          <pc:docMk/>
          <pc:sldMk cId="1555978848" sldId="282"/>
        </pc:sldMkLst>
        <pc:spChg chg="mod">
          <ac:chgData name="Timothy Brewis" userId="b5fd8990-1e76-4d79-ba58-3166dbbc5086" providerId="ADAL" clId="{AB7DB18E-3E97-41FF-927F-382FBE6A2787}" dt="2022-10-01T10:20:55.382" v="3702" actId="20577"/>
          <ac:spMkLst>
            <pc:docMk/>
            <pc:sldMk cId="1555978848" sldId="282"/>
            <ac:spMk id="2" creationId="{A3CC716B-2E53-4572-F3EE-63F08C01BE95}"/>
          </ac:spMkLst>
        </pc:spChg>
      </pc:sldChg>
      <pc:sldChg chg="modSp new mod modNotesTx">
        <pc:chgData name="Timothy Brewis" userId="b5fd8990-1e76-4d79-ba58-3166dbbc5086" providerId="ADAL" clId="{AB7DB18E-3E97-41FF-927F-382FBE6A2787}" dt="2022-10-01T11:17:19.212" v="5217" actId="114"/>
        <pc:sldMkLst>
          <pc:docMk/>
          <pc:sldMk cId="4235371649" sldId="283"/>
        </pc:sldMkLst>
        <pc:spChg chg="mod">
          <ac:chgData name="Timothy Brewis" userId="b5fd8990-1e76-4d79-ba58-3166dbbc5086" providerId="ADAL" clId="{AB7DB18E-3E97-41FF-927F-382FBE6A2787}" dt="2022-10-01T10:25:52.083" v="4160" actId="20577"/>
          <ac:spMkLst>
            <pc:docMk/>
            <pc:sldMk cId="4235371649" sldId="283"/>
            <ac:spMk id="2" creationId="{BF264A06-A9F6-4532-9722-AE86F04E71BE}"/>
          </ac:spMkLst>
        </pc:spChg>
        <pc:spChg chg="mod">
          <ac:chgData name="Timothy Brewis" userId="b5fd8990-1e76-4d79-ba58-3166dbbc5086" providerId="ADAL" clId="{AB7DB18E-3E97-41FF-927F-382FBE6A2787}" dt="2022-10-01T11:17:19.212" v="5217" actId="114"/>
          <ac:spMkLst>
            <pc:docMk/>
            <pc:sldMk cId="4235371649" sldId="283"/>
            <ac:spMk id="3" creationId="{A8390DD6-97E2-4DDC-9ECB-7BD6B00E0751}"/>
          </ac:spMkLst>
        </pc:spChg>
      </pc:sldChg>
      <pc:sldChg chg="modSp mod ord modNotesTx">
        <pc:chgData name="Timothy Brewis" userId="b5fd8990-1e76-4d79-ba58-3166dbbc5086" providerId="ADAL" clId="{AB7DB18E-3E97-41FF-927F-382FBE6A2787}" dt="2022-10-01T10:58:13.354" v="5136" actId="20577"/>
        <pc:sldMkLst>
          <pc:docMk/>
          <pc:sldMk cId="3603265051" sldId="284"/>
        </pc:sldMkLst>
        <pc:spChg chg="mod">
          <ac:chgData name="Timothy Brewis" userId="b5fd8990-1e76-4d79-ba58-3166dbbc5086" providerId="ADAL" clId="{AB7DB18E-3E97-41FF-927F-382FBE6A2787}" dt="2022-10-01T10:58:13.354" v="5136" actId="20577"/>
          <ac:spMkLst>
            <pc:docMk/>
            <pc:sldMk cId="3603265051" sldId="284"/>
            <ac:spMk id="3" creationId="{EB07A1C3-9FE0-4343-8BF7-4BF5AA865A93}"/>
          </ac:spMkLst>
        </pc:spChg>
      </pc:sldChg>
      <pc:sldChg chg="delSp mod modAnim">
        <pc:chgData name="Timothy Brewis" userId="b5fd8990-1e76-4d79-ba58-3166dbbc5086" providerId="ADAL" clId="{AB7DB18E-3E97-41FF-927F-382FBE6A2787}" dt="2022-10-01T11:06:20.847" v="5141"/>
        <pc:sldMkLst>
          <pc:docMk/>
          <pc:sldMk cId="4210811391" sldId="285"/>
        </pc:sldMkLst>
        <pc:spChg chg="del">
          <ac:chgData name="Timothy Brewis" userId="b5fd8990-1e76-4d79-ba58-3166dbbc5086" providerId="ADAL" clId="{AB7DB18E-3E97-41FF-927F-382FBE6A2787}" dt="2022-10-01T11:05:15.079" v="5138" actId="478"/>
          <ac:spMkLst>
            <pc:docMk/>
            <pc:sldMk cId="4210811391" sldId="285"/>
            <ac:spMk id="5" creationId="{891C4569-EF5B-4D2C-9915-BEBE1D5D845E}"/>
          </ac:spMkLst>
        </pc:spChg>
      </pc:sldChg>
    </pc:docChg>
  </pc:docChgLst>
  <pc:docChgLst>
    <pc:chgData name="Toby Godfrey (tmag1g21)" userId="S::tmag1g21@soton.ac.uk::8bc389c1-7653-47d1-8d3c-449ef9682d03" providerId="AD" clId="Web-{01F72880-CA64-6686-116F-64E5AE2C7FFB}"/>
    <pc:docChg chg="modSld">
      <pc:chgData name="Toby Godfrey (tmag1g21)" userId="S::tmag1g21@soton.ac.uk::8bc389c1-7653-47d1-8d3c-449ef9682d03" providerId="AD" clId="Web-{01F72880-CA64-6686-116F-64E5AE2C7FFB}" dt="2023-09-28T15:08:56.690" v="69" actId="20577"/>
      <pc:docMkLst>
        <pc:docMk/>
      </pc:docMkLst>
      <pc:sldChg chg="modSp">
        <pc:chgData name="Toby Godfrey (tmag1g21)" userId="S::tmag1g21@soton.ac.uk::8bc389c1-7653-47d1-8d3c-449ef9682d03" providerId="AD" clId="Web-{01F72880-CA64-6686-116F-64E5AE2C7FFB}" dt="2023-09-28T15:08:17.906" v="67" actId="1076"/>
        <pc:sldMkLst>
          <pc:docMk/>
          <pc:sldMk cId="4003261114" sldId="265"/>
        </pc:sldMkLst>
        <pc:picChg chg="mod">
          <ac:chgData name="Toby Godfrey (tmag1g21)" userId="S::tmag1g21@soton.ac.uk::8bc389c1-7653-47d1-8d3c-449ef9682d03" providerId="AD" clId="Web-{01F72880-CA64-6686-116F-64E5AE2C7FFB}" dt="2023-09-28T15:08:17.906" v="67" actId="1076"/>
          <ac:picMkLst>
            <pc:docMk/>
            <pc:sldMk cId="4003261114" sldId="265"/>
            <ac:picMk id="5" creationId="{7D33116A-EA45-53B3-795A-920E90F66DC7}"/>
          </ac:picMkLst>
        </pc:picChg>
      </pc:sldChg>
      <pc:sldChg chg="addSp delSp modSp">
        <pc:chgData name="Toby Godfrey (tmag1g21)" userId="S::tmag1g21@soton.ac.uk::8bc389c1-7653-47d1-8d3c-449ef9682d03" providerId="AD" clId="Web-{01F72880-CA64-6686-116F-64E5AE2C7FFB}" dt="2023-09-28T14:54:32.835" v="66"/>
        <pc:sldMkLst>
          <pc:docMk/>
          <pc:sldMk cId="1555978848" sldId="282"/>
        </pc:sldMkLst>
        <pc:spChg chg="add mod">
          <ac:chgData name="Toby Godfrey (tmag1g21)" userId="S::tmag1g21@soton.ac.uk::8bc389c1-7653-47d1-8d3c-449ef9682d03" providerId="AD" clId="Web-{01F72880-CA64-6686-116F-64E5AE2C7FFB}" dt="2023-09-28T14:51:12.365" v="34"/>
          <ac:spMkLst>
            <pc:docMk/>
            <pc:sldMk cId="1555978848" sldId="282"/>
            <ac:spMk id="1073" creationId="{DE7D0F87-4476-0072-B5CC-08EDECD0DE7B}"/>
          </ac:spMkLst>
        </pc:spChg>
        <pc:spChg chg="add mod">
          <ac:chgData name="Toby Godfrey (tmag1g21)" userId="S::tmag1g21@soton.ac.uk::8bc389c1-7653-47d1-8d3c-449ef9682d03" providerId="AD" clId="Web-{01F72880-CA64-6686-116F-64E5AE2C7FFB}" dt="2023-09-28T14:51:18.912" v="36" actId="1076"/>
          <ac:spMkLst>
            <pc:docMk/>
            <pc:sldMk cId="1555978848" sldId="282"/>
            <ac:spMk id="1074" creationId="{55FAB86C-7F0B-B4FB-793A-827A35BF8104}"/>
          </ac:spMkLst>
        </pc:spChg>
        <pc:graphicFrameChg chg="add del mod">
          <ac:chgData name="Toby Godfrey (tmag1g21)" userId="S::tmag1g21@soton.ac.uk::8bc389c1-7653-47d1-8d3c-449ef9682d03" providerId="AD" clId="Web-{01F72880-CA64-6686-116F-64E5AE2C7FFB}" dt="2023-09-28T12:37:48.813" v="3"/>
          <ac:graphicFrameMkLst>
            <pc:docMk/>
            <pc:sldMk cId="1555978848" sldId="282"/>
            <ac:graphicFrameMk id="3" creationId="{BEC96175-4C79-84A3-54C7-A5EBA50FD3E9}"/>
          </ac:graphicFrameMkLst>
        </pc:graphicFrameChg>
        <pc:graphicFrameChg chg="modGraphic">
          <ac:chgData name="Toby Godfrey (tmag1g21)" userId="S::tmag1g21@soton.ac.uk::8bc389c1-7653-47d1-8d3c-449ef9682d03" providerId="AD" clId="Web-{01F72880-CA64-6686-116F-64E5AE2C7FFB}" dt="2023-09-28T14:54:32.835" v="66"/>
          <ac:graphicFrameMkLst>
            <pc:docMk/>
            <pc:sldMk cId="1555978848" sldId="282"/>
            <ac:graphicFrameMk id="4" creationId="{1808A8C4-F0FB-46CA-9F98-CE907060C37C}"/>
          </ac:graphicFrameMkLst>
        </pc:graphicFrameChg>
        <pc:graphicFrameChg chg="add del mod modGraphic">
          <ac:chgData name="Toby Godfrey (tmag1g21)" userId="S::tmag1g21@soton.ac.uk::8bc389c1-7653-47d1-8d3c-449ef9682d03" providerId="AD" clId="Web-{01F72880-CA64-6686-116F-64E5AE2C7FFB}" dt="2023-09-28T14:46:48.030" v="27"/>
          <ac:graphicFrameMkLst>
            <pc:docMk/>
            <pc:sldMk cId="1555978848" sldId="282"/>
            <ac:graphicFrameMk id="25" creationId="{D8DD77AE-69A5-F412-4E73-D195C4B353CE}"/>
          </ac:graphicFrameMkLst>
        </pc:graphicFrameChg>
        <pc:graphicFrameChg chg="add del mod modGraphic">
          <ac:chgData name="Toby Godfrey (tmag1g21)" userId="S::tmag1g21@soton.ac.uk::8bc389c1-7653-47d1-8d3c-449ef9682d03" providerId="AD" clId="Web-{01F72880-CA64-6686-116F-64E5AE2C7FFB}" dt="2023-09-28T12:38:16.736" v="5"/>
          <ac:graphicFrameMkLst>
            <pc:docMk/>
            <pc:sldMk cId="1555978848" sldId="282"/>
            <ac:graphicFrameMk id="1063" creationId="{205E586D-26C5-62A0-4633-4A9DEE091EB6}"/>
          </ac:graphicFrameMkLst>
        </pc:graphicFrameChg>
        <pc:picChg chg="add mod">
          <ac:chgData name="Toby Godfrey (tmag1g21)" userId="S::tmag1g21@soton.ac.uk::8bc389c1-7653-47d1-8d3c-449ef9682d03" providerId="AD" clId="Web-{01F72880-CA64-6686-116F-64E5AE2C7FFB}" dt="2023-09-28T14:52:40.404" v="49"/>
          <ac:picMkLst>
            <pc:docMk/>
            <pc:sldMk cId="1555978848" sldId="282"/>
            <ac:picMk id="1075" creationId="{0D9E5F04-746E-D49E-6673-3AC3AD327601}"/>
          </ac:picMkLst>
        </pc:picChg>
        <pc:picChg chg="add mod">
          <ac:chgData name="Toby Godfrey (tmag1g21)" userId="S::tmag1g21@soton.ac.uk::8bc389c1-7653-47d1-8d3c-449ef9682d03" providerId="AD" clId="Web-{01F72880-CA64-6686-116F-64E5AE2C7FFB}" dt="2023-09-28T14:53:36.174" v="61"/>
          <ac:picMkLst>
            <pc:docMk/>
            <pc:sldMk cId="1555978848" sldId="282"/>
            <ac:picMk id="1114" creationId="{874277CD-311F-2464-C857-5A451E38EC7C}"/>
          </ac:picMkLst>
        </pc:picChg>
      </pc:sldChg>
      <pc:sldChg chg="modSp">
        <pc:chgData name="Toby Godfrey (tmag1g21)" userId="S::tmag1g21@soton.ac.uk::8bc389c1-7653-47d1-8d3c-449ef9682d03" providerId="AD" clId="Web-{01F72880-CA64-6686-116F-64E5AE2C7FFB}" dt="2023-09-28T15:08:56.690" v="69" actId="20577"/>
        <pc:sldMkLst>
          <pc:docMk/>
          <pc:sldMk cId="3603265051" sldId="284"/>
        </pc:sldMkLst>
        <pc:spChg chg="mod">
          <ac:chgData name="Toby Godfrey (tmag1g21)" userId="S::tmag1g21@soton.ac.uk::8bc389c1-7653-47d1-8d3c-449ef9682d03" providerId="AD" clId="Web-{01F72880-CA64-6686-116F-64E5AE2C7FFB}" dt="2023-09-28T15:08:56.690" v="69" actId="20577"/>
          <ac:spMkLst>
            <pc:docMk/>
            <pc:sldMk cId="3603265051" sldId="284"/>
            <ac:spMk id="3" creationId="{EB07A1C3-9FE0-4343-8BF7-4BF5AA865A93}"/>
          </ac:spMkLst>
        </pc:spChg>
      </pc:sldChg>
    </pc:docChg>
  </pc:docChgLst>
  <pc:docChgLst>
    <pc:chgData name="Marek Frodyma" userId="3b6ff9d0-c327-4f94-b329-f6f6c0af215c" providerId="ADAL" clId="{D7B16E9A-7EDA-4BE9-A24B-96DEA89ABEC4}"/>
    <pc:docChg chg="custSel addSld modSld">
      <pc:chgData name="Marek Frodyma" userId="3b6ff9d0-c327-4f94-b329-f6f6c0af215c" providerId="ADAL" clId="{D7B16E9A-7EDA-4BE9-A24B-96DEA89ABEC4}" dt="2022-10-01T11:03:35.754" v="642" actId="20577"/>
      <pc:docMkLst>
        <pc:docMk/>
      </pc:docMkLst>
      <pc:sldChg chg="modNotesTx">
        <pc:chgData name="Marek Frodyma" userId="3b6ff9d0-c327-4f94-b329-f6f6c0af215c" providerId="ADAL" clId="{D7B16E9A-7EDA-4BE9-A24B-96DEA89ABEC4}" dt="2022-10-01T09:48:05.046" v="277" actId="20577"/>
        <pc:sldMkLst>
          <pc:docMk/>
          <pc:sldMk cId="70479558" sldId="261"/>
        </pc:sldMkLst>
      </pc:sldChg>
      <pc:sldChg chg="modSp mod">
        <pc:chgData name="Marek Frodyma" userId="3b6ff9d0-c327-4f94-b329-f6f6c0af215c" providerId="ADAL" clId="{D7B16E9A-7EDA-4BE9-A24B-96DEA89ABEC4}" dt="2022-10-01T10:08:22.819" v="294" actId="1076"/>
        <pc:sldMkLst>
          <pc:docMk/>
          <pc:sldMk cId="952771496" sldId="264"/>
        </pc:sldMkLst>
        <pc:spChg chg="mod">
          <ac:chgData name="Marek Frodyma" userId="3b6ff9d0-c327-4f94-b329-f6f6c0af215c" providerId="ADAL" clId="{D7B16E9A-7EDA-4BE9-A24B-96DEA89ABEC4}" dt="2022-10-01T09:55:25.507" v="293" actId="114"/>
          <ac:spMkLst>
            <pc:docMk/>
            <pc:sldMk cId="952771496" sldId="264"/>
            <ac:spMk id="34" creationId="{F0DF704E-7CAB-4380-9630-5D81C8EFC8B3}"/>
          </ac:spMkLst>
        </pc:spChg>
        <pc:picChg chg="mod">
          <ac:chgData name="Marek Frodyma" userId="3b6ff9d0-c327-4f94-b329-f6f6c0af215c" providerId="ADAL" clId="{D7B16E9A-7EDA-4BE9-A24B-96DEA89ABEC4}" dt="2022-10-01T10:08:22.819" v="294" actId="1076"/>
          <ac:picMkLst>
            <pc:docMk/>
            <pc:sldMk cId="952771496" sldId="264"/>
            <ac:picMk id="4" creationId="{F10D221F-047F-4356-8112-0BABAB75F1A0}"/>
          </ac:picMkLst>
        </pc:picChg>
      </pc:sldChg>
      <pc:sldChg chg="modSp mod modNotesTx">
        <pc:chgData name="Marek Frodyma" userId="3b6ff9d0-c327-4f94-b329-f6f6c0af215c" providerId="ADAL" clId="{D7B16E9A-7EDA-4BE9-A24B-96DEA89ABEC4}" dt="2022-10-01T09:41:56.646" v="139" actId="20577"/>
        <pc:sldMkLst>
          <pc:docMk/>
          <pc:sldMk cId="1976167510" sldId="280"/>
        </pc:sldMkLst>
        <pc:spChg chg="mod">
          <ac:chgData name="Marek Frodyma" userId="3b6ff9d0-c327-4f94-b329-f6f6c0af215c" providerId="ADAL" clId="{D7B16E9A-7EDA-4BE9-A24B-96DEA89ABEC4}" dt="2022-10-01T09:38:02.300" v="47" actId="20577"/>
          <ac:spMkLst>
            <pc:docMk/>
            <pc:sldMk cId="1976167510" sldId="280"/>
            <ac:spMk id="3" creationId="{A46AA4A6-D48C-40E2-9DCE-C77C19766718}"/>
          </ac:spMkLst>
        </pc:spChg>
      </pc:sldChg>
      <pc:sldChg chg="modSp new mod">
        <pc:chgData name="Marek Frodyma" userId="3b6ff9d0-c327-4f94-b329-f6f6c0af215c" providerId="ADAL" clId="{D7B16E9A-7EDA-4BE9-A24B-96DEA89ABEC4}" dt="2022-10-01T11:03:35.754" v="642" actId="20577"/>
        <pc:sldMkLst>
          <pc:docMk/>
          <pc:sldMk cId="3603265051" sldId="284"/>
        </pc:sldMkLst>
        <pc:spChg chg="mod">
          <ac:chgData name="Marek Frodyma" userId="3b6ff9d0-c327-4f94-b329-f6f6c0af215c" providerId="ADAL" clId="{D7B16E9A-7EDA-4BE9-A24B-96DEA89ABEC4}" dt="2022-10-01T10:27:09.794" v="308" actId="20577"/>
          <ac:spMkLst>
            <pc:docMk/>
            <pc:sldMk cId="3603265051" sldId="284"/>
            <ac:spMk id="2" creationId="{85DB13BF-267D-4FDF-A8F0-D55746376A0B}"/>
          </ac:spMkLst>
        </pc:spChg>
        <pc:spChg chg="mod">
          <ac:chgData name="Marek Frodyma" userId="3b6ff9d0-c327-4f94-b329-f6f6c0af215c" providerId="ADAL" clId="{D7B16E9A-7EDA-4BE9-A24B-96DEA89ABEC4}" dt="2022-10-01T11:03:35.754" v="642" actId="20577"/>
          <ac:spMkLst>
            <pc:docMk/>
            <pc:sldMk cId="3603265051" sldId="284"/>
            <ac:spMk id="3" creationId="{EB07A1C3-9FE0-4343-8BF7-4BF5AA865A93}"/>
          </ac:spMkLst>
        </pc:spChg>
      </pc:sldChg>
    </pc:docChg>
  </pc:docChgLst>
  <pc:docChgLst>
    <pc:chgData name="Max O'Brien (mao1g19)" userId="S::mao1g19@soton.ac.uk::4b27b8f5-9906-47a1-b728-23f13a5402b6" providerId="AD" clId="Web-{48E4429C-BFA6-6485-2C4E-E31BF6A448E1}"/>
    <pc:docChg chg="modSld">
      <pc:chgData name="Max O'Brien (mao1g19)" userId="S::mao1g19@soton.ac.uk::4b27b8f5-9906-47a1-b728-23f13a5402b6" providerId="AD" clId="Web-{48E4429C-BFA6-6485-2C4E-E31BF6A448E1}" dt="2021-10-04T10:19:35.654" v="92" actId="1076"/>
      <pc:docMkLst>
        <pc:docMk/>
      </pc:docMkLst>
      <pc:sldChg chg="addSp modSp">
        <pc:chgData name="Max O'Brien (mao1g19)" userId="S::mao1g19@soton.ac.uk::4b27b8f5-9906-47a1-b728-23f13a5402b6" providerId="AD" clId="Web-{48E4429C-BFA6-6485-2C4E-E31BF6A448E1}" dt="2021-10-04T10:10:47.012" v="8" actId="1076"/>
        <pc:sldMkLst>
          <pc:docMk/>
          <pc:sldMk cId="2872556588" sldId="258"/>
        </pc:sldMkLst>
        <pc:picChg chg="mod">
          <ac:chgData name="Max O'Brien (mao1g19)" userId="S::mao1g19@soton.ac.uk::4b27b8f5-9906-47a1-b728-23f13a5402b6" providerId="AD" clId="Web-{48E4429C-BFA6-6485-2C4E-E31BF6A448E1}" dt="2021-10-04T10:10:44.340" v="7" actId="1076"/>
          <ac:picMkLst>
            <pc:docMk/>
            <pc:sldMk cId="2872556588" sldId="258"/>
            <ac:picMk id="4" creationId="{FD60F85E-C95E-4DFE-8E36-A53DEAEFE215}"/>
          </ac:picMkLst>
        </pc:picChg>
        <pc:picChg chg="add mod modCrop">
          <ac:chgData name="Max O'Brien (mao1g19)" userId="S::mao1g19@soton.ac.uk::4b27b8f5-9906-47a1-b728-23f13a5402b6" providerId="AD" clId="Web-{48E4429C-BFA6-6485-2C4E-E31BF6A448E1}" dt="2021-10-04T10:10:47.012" v="8" actId="1076"/>
          <ac:picMkLst>
            <pc:docMk/>
            <pc:sldMk cId="2872556588" sldId="258"/>
            <ac:picMk id="7" creationId="{D5844B89-5D4E-4A96-9E23-0EB9F4113D1D}"/>
          </ac:picMkLst>
        </pc:picChg>
      </pc:sldChg>
      <pc:sldChg chg="addSp modSp">
        <pc:chgData name="Max O'Brien (mao1g19)" userId="S::mao1g19@soton.ac.uk::4b27b8f5-9906-47a1-b728-23f13a5402b6" providerId="AD" clId="Web-{48E4429C-BFA6-6485-2C4E-E31BF6A448E1}" dt="2021-10-04T10:12:15.877" v="17" actId="1076"/>
        <pc:sldMkLst>
          <pc:docMk/>
          <pc:sldMk cId="70479558" sldId="261"/>
        </pc:sldMkLst>
        <pc:picChg chg="mod">
          <ac:chgData name="Max O'Brien (mao1g19)" userId="S::mao1g19@soton.ac.uk::4b27b8f5-9906-47a1-b728-23f13a5402b6" providerId="AD" clId="Web-{48E4429C-BFA6-6485-2C4E-E31BF6A448E1}" dt="2021-10-04T10:12:10.127" v="16" actId="1076"/>
          <ac:picMkLst>
            <pc:docMk/>
            <pc:sldMk cId="70479558" sldId="261"/>
            <ac:picMk id="4" creationId="{B920E3F7-1546-48CA-B665-1A8449D0CDDA}"/>
          </ac:picMkLst>
        </pc:picChg>
        <pc:picChg chg="add mod">
          <ac:chgData name="Max O'Brien (mao1g19)" userId="S::mao1g19@soton.ac.uk::4b27b8f5-9906-47a1-b728-23f13a5402b6" providerId="AD" clId="Web-{48E4429C-BFA6-6485-2C4E-E31BF6A448E1}" dt="2021-10-04T10:12:15.877" v="17" actId="1076"/>
          <ac:picMkLst>
            <pc:docMk/>
            <pc:sldMk cId="70479558" sldId="261"/>
            <ac:picMk id="5" creationId="{E75024F4-608E-461F-922F-8170A404C8FD}"/>
          </ac:picMkLst>
        </pc:picChg>
      </pc:sldChg>
      <pc:sldChg chg="addSp delSp modSp">
        <pc:chgData name="Max O'Brien (mao1g19)" userId="S::mao1g19@soton.ac.uk::4b27b8f5-9906-47a1-b728-23f13a5402b6" providerId="AD" clId="Web-{48E4429C-BFA6-6485-2C4E-E31BF6A448E1}" dt="2021-10-04T10:19:35.654" v="92" actId="1076"/>
        <pc:sldMkLst>
          <pc:docMk/>
          <pc:sldMk cId="952771496" sldId="264"/>
        </pc:sldMkLst>
        <pc:spChg chg="del">
          <ac:chgData name="Max O'Brien (mao1g19)" userId="S::mao1g19@soton.ac.uk::4b27b8f5-9906-47a1-b728-23f13a5402b6" providerId="AD" clId="Web-{48E4429C-BFA6-6485-2C4E-E31BF6A448E1}" dt="2021-10-04T10:12:39.425" v="21"/>
          <ac:spMkLst>
            <pc:docMk/>
            <pc:sldMk cId="952771496" sldId="264"/>
            <ac:spMk id="3" creationId="{6B9C2AE8-322D-49F8-A351-E3FF5173DB7D}"/>
          </ac:spMkLst>
        </pc:spChg>
        <pc:spChg chg="mod">
          <ac:chgData name="Max O'Brien (mao1g19)" userId="S::mao1g19@soton.ac.uk::4b27b8f5-9906-47a1-b728-23f13a5402b6" providerId="AD" clId="Web-{48E4429C-BFA6-6485-2C4E-E31BF6A448E1}" dt="2021-10-04T10:19:32.732" v="91" actId="20577"/>
          <ac:spMkLst>
            <pc:docMk/>
            <pc:sldMk cId="952771496" sldId="264"/>
            <ac:spMk id="34" creationId="{F0DF704E-7CAB-4380-9630-5D81C8EFC8B3}"/>
          </ac:spMkLst>
        </pc:spChg>
        <pc:picChg chg="add mod">
          <ac:chgData name="Max O'Brien (mao1g19)" userId="S::mao1g19@soton.ac.uk::4b27b8f5-9906-47a1-b728-23f13a5402b6" providerId="AD" clId="Web-{48E4429C-BFA6-6485-2C4E-E31BF6A448E1}" dt="2021-10-04T10:19:35.654" v="92" actId="1076"/>
          <ac:picMkLst>
            <pc:docMk/>
            <pc:sldMk cId="952771496" sldId="264"/>
            <ac:picMk id="4" creationId="{F10D221F-047F-4356-8112-0BABAB75F1A0}"/>
          </ac:picMkLst>
        </pc:picChg>
      </pc:sldChg>
      <pc:sldChg chg="addSp delSp modSp">
        <pc:chgData name="Max O'Brien (mao1g19)" userId="S::mao1g19@soton.ac.uk::4b27b8f5-9906-47a1-b728-23f13a5402b6" providerId="AD" clId="Web-{48E4429C-BFA6-6485-2C4E-E31BF6A448E1}" dt="2021-10-04T10:18:39.635" v="88" actId="20577"/>
        <pc:sldMkLst>
          <pc:docMk/>
          <pc:sldMk cId="4273636232" sldId="266"/>
        </pc:sldMkLst>
        <pc:spChg chg="add del mod">
          <ac:chgData name="Max O'Brien (mao1g19)" userId="S::mao1g19@soton.ac.uk::4b27b8f5-9906-47a1-b728-23f13a5402b6" providerId="AD" clId="Web-{48E4429C-BFA6-6485-2C4E-E31BF6A448E1}" dt="2021-10-04T10:16:04.016" v="43"/>
          <ac:spMkLst>
            <pc:docMk/>
            <pc:sldMk cId="4273636232" sldId="266"/>
            <ac:spMk id="4" creationId="{079FED18-6FB6-4C2B-AA97-976046214618}"/>
          </ac:spMkLst>
        </pc:spChg>
        <pc:spChg chg="add mod">
          <ac:chgData name="Max O'Brien (mao1g19)" userId="S::mao1g19@soton.ac.uk::4b27b8f5-9906-47a1-b728-23f13a5402b6" providerId="AD" clId="Web-{48E4429C-BFA6-6485-2C4E-E31BF6A448E1}" dt="2021-10-04T10:18:39.635" v="88" actId="20577"/>
          <ac:spMkLst>
            <pc:docMk/>
            <pc:sldMk cId="4273636232" sldId="266"/>
            <ac:spMk id="8" creationId="{9B6776D3-6021-4C6A-AE69-AA560FBD6422}"/>
          </ac:spMkLst>
        </pc:spChg>
        <pc:spChg chg="add mod">
          <ac:chgData name="Max O'Brien (mao1g19)" userId="S::mao1g19@soton.ac.uk::4b27b8f5-9906-47a1-b728-23f13a5402b6" providerId="AD" clId="Web-{48E4429C-BFA6-6485-2C4E-E31BF6A448E1}" dt="2021-10-04T10:18:23.759" v="76" actId="20577"/>
          <ac:spMkLst>
            <pc:docMk/>
            <pc:sldMk cId="4273636232" sldId="266"/>
            <ac:spMk id="13" creationId="{AD0A7D2E-D3C7-48B5-99E8-CFDABFB0D406}"/>
          </ac:spMkLst>
        </pc:spChg>
        <pc:spChg chg="add mod">
          <ac:chgData name="Max O'Brien (mao1g19)" userId="S::mao1g19@soton.ac.uk::4b27b8f5-9906-47a1-b728-23f13a5402b6" providerId="AD" clId="Web-{48E4429C-BFA6-6485-2C4E-E31BF6A448E1}" dt="2021-10-04T10:18:31.306" v="82" actId="20577"/>
          <ac:spMkLst>
            <pc:docMk/>
            <pc:sldMk cId="4273636232" sldId="266"/>
            <ac:spMk id="14" creationId="{D4E1C3F4-C434-42C1-A972-57A48747341B}"/>
          </ac:spMkLst>
        </pc:spChg>
        <pc:picChg chg="del">
          <ac:chgData name="Max O'Brien (mao1g19)" userId="S::mao1g19@soton.ac.uk::4b27b8f5-9906-47a1-b728-23f13a5402b6" providerId="AD" clId="Web-{48E4429C-BFA6-6485-2C4E-E31BF6A448E1}" dt="2021-10-04T10:15:57.359" v="40"/>
          <ac:picMkLst>
            <pc:docMk/>
            <pc:sldMk cId="4273636232" sldId="266"/>
            <ac:picMk id="5" creationId="{29474684-6FEB-4622-9CE2-83044ED36896}"/>
          </ac:picMkLst>
        </pc:picChg>
        <pc:picChg chg="add mod">
          <ac:chgData name="Max O'Brien (mao1g19)" userId="S::mao1g19@soton.ac.uk::4b27b8f5-9906-47a1-b728-23f13a5402b6" providerId="AD" clId="Web-{48E4429C-BFA6-6485-2C4E-E31BF6A448E1}" dt="2021-10-04T10:17:44.647" v="60" actId="1076"/>
          <ac:picMkLst>
            <pc:docMk/>
            <pc:sldMk cId="4273636232" sldId="266"/>
            <ac:picMk id="9" creationId="{20C50CC9-876C-40C7-A550-C1942FA08F7D}"/>
          </ac:picMkLst>
        </pc:picChg>
        <pc:picChg chg="add del mod">
          <ac:chgData name="Max O'Brien (mao1g19)" userId="S::mao1g19@soton.ac.uk::4b27b8f5-9906-47a1-b728-23f13a5402b6" providerId="AD" clId="Web-{48E4429C-BFA6-6485-2C4E-E31BF6A448E1}" dt="2021-10-04T10:16:08.735" v="45"/>
          <ac:picMkLst>
            <pc:docMk/>
            <pc:sldMk cId="4273636232" sldId="266"/>
            <ac:picMk id="10" creationId="{C583BBC2-A622-4318-A269-2B8BEA48A339}"/>
          </ac:picMkLst>
        </pc:picChg>
        <pc:picChg chg="add del mod">
          <ac:chgData name="Max O'Brien (mao1g19)" userId="S::mao1g19@soton.ac.uk::4b27b8f5-9906-47a1-b728-23f13a5402b6" providerId="AD" clId="Web-{48E4429C-BFA6-6485-2C4E-E31BF6A448E1}" dt="2021-10-04T10:16:15.189" v="47"/>
          <ac:picMkLst>
            <pc:docMk/>
            <pc:sldMk cId="4273636232" sldId="266"/>
            <ac:picMk id="11" creationId="{2484EC3B-D7F6-4300-B66B-A2DE4805D00A}"/>
          </ac:picMkLst>
        </pc:picChg>
        <pc:picChg chg="add del mod">
          <ac:chgData name="Max O'Brien (mao1g19)" userId="S::mao1g19@soton.ac.uk::4b27b8f5-9906-47a1-b728-23f13a5402b6" providerId="AD" clId="Web-{48E4429C-BFA6-6485-2C4E-E31BF6A448E1}" dt="2021-10-04T10:16:20.173" v="49"/>
          <ac:picMkLst>
            <pc:docMk/>
            <pc:sldMk cId="4273636232" sldId="266"/>
            <ac:picMk id="12" creationId="{5E8D3CAA-D21F-4F97-ABE7-B21A54F00894}"/>
          </ac:picMkLst>
        </pc:picChg>
      </pc:sldChg>
    </pc:docChg>
  </pc:docChgLst>
  <pc:docChgLst>
    <pc:chgData name="forys p.g. (pgf1u19)" userId="S::pgf1u19@soton.ac.uk::c9e18917-3ec0-4071-a45d-b7cbca311432" providerId="AD" clId="Web-{97217461-C49A-8CFC-C788-541562133E06}"/>
    <pc:docChg chg="modSld">
      <pc:chgData name="forys p.g. (pgf1u19)" userId="S::pgf1u19@soton.ac.uk::c9e18917-3ec0-4071-a45d-b7cbca311432" providerId="AD" clId="Web-{97217461-C49A-8CFC-C788-541562133E06}" dt="2020-10-15T17:23:29.929" v="25"/>
      <pc:docMkLst>
        <pc:docMk/>
      </pc:docMkLst>
      <pc:sldChg chg="modNotes">
        <pc:chgData name="forys p.g. (pgf1u19)" userId="S::pgf1u19@soton.ac.uk::c9e18917-3ec0-4071-a45d-b7cbca311432" providerId="AD" clId="Web-{97217461-C49A-8CFC-C788-541562133E06}" dt="2020-10-15T17:23:29.929" v="25"/>
        <pc:sldMkLst>
          <pc:docMk/>
          <pc:sldMk cId="2872556588" sldId="258"/>
        </pc:sldMkLst>
      </pc:sldChg>
      <pc:sldChg chg="modNotes">
        <pc:chgData name="forys p.g. (pgf1u19)" userId="S::pgf1u19@soton.ac.uk::c9e18917-3ec0-4071-a45d-b7cbca311432" providerId="AD" clId="Web-{97217461-C49A-8CFC-C788-541562133E06}" dt="2020-10-15T17:01:21.627" v="4"/>
        <pc:sldMkLst>
          <pc:docMk/>
          <pc:sldMk cId="2197451860" sldId="259"/>
        </pc:sldMkLst>
      </pc:sldChg>
    </pc:docChg>
  </pc:docChgLst>
  <pc:docChgLst>
    <pc:chgData name="forys p.g. (pgf1u19)" userId="S::pgf1u19@soton.ac.uk::c9e18917-3ec0-4071-a45d-b7cbca311432" providerId="AD" clId="Web-{09CF7302-464C-5B1F-7FD1-20038290830B}"/>
    <pc:docChg chg="modSld">
      <pc:chgData name="forys p.g. (pgf1u19)" userId="S::pgf1u19@soton.ac.uk::c9e18917-3ec0-4071-a45d-b7cbca311432" providerId="AD" clId="Web-{09CF7302-464C-5B1F-7FD1-20038290830B}" dt="2020-10-07T18:52:14.430" v="124"/>
      <pc:docMkLst>
        <pc:docMk/>
      </pc:docMkLst>
      <pc:sldChg chg="modNotes">
        <pc:chgData name="forys p.g. (pgf1u19)" userId="S::pgf1u19@soton.ac.uk::c9e18917-3ec0-4071-a45d-b7cbca311432" providerId="AD" clId="Web-{09CF7302-464C-5B1F-7FD1-20038290830B}" dt="2020-10-07T18:51:25.383" v="88"/>
        <pc:sldMkLst>
          <pc:docMk/>
          <pc:sldMk cId="2197451860" sldId="259"/>
        </pc:sldMkLst>
      </pc:sldChg>
      <pc:sldChg chg="modNotes">
        <pc:chgData name="forys p.g. (pgf1u19)" userId="S::pgf1u19@soton.ac.uk::c9e18917-3ec0-4071-a45d-b7cbca311432" providerId="AD" clId="Web-{09CF7302-464C-5B1F-7FD1-20038290830B}" dt="2020-10-07T18:52:14.430" v="124"/>
        <pc:sldMkLst>
          <pc:docMk/>
          <pc:sldMk cId="266832973" sldId="262"/>
        </pc:sldMkLst>
      </pc:sldChg>
    </pc:docChg>
  </pc:docChgLst>
  <pc:docChgLst>
    <pc:chgData name="o'brien m.a. (mao1g19)" userId="S::mao1g19@soton.ac.uk::4b27b8f5-9906-47a1-b728-23f13a5402b6" providerId="AD" clId="Web-{813CAE53-3948-FF63-82F2-CAC3C4AF96AD}"/>
    <pc:docChg chg="addSld delSld modSld sldOrd">
      <pc:chgData name="o'brien m.a. (mao1g19)" userId="S::mao1g19@soton.ac.uk::4b27b8f5-9906-47a1-b728-23f13a5402b6" providerId="AD" clId="Web-{813CAE53-3948-FF63-82F2-CAC3C4AF96AD}" dt="2020-09-30T14:44:23.689" v="1910" actId="1076"/>
      <pc:docMkLst>
        <pc:docMk/>
      </pc:docMkLst>
      <pc:sldChg chg="modSp">
        <pc:chgData name="o'brien m.a. (mao1g19)" userId="S::mao1g19@soton.ac.uk::4b27b8f5-9906-47a1-b728-23f13a5402b6" providerId="AD" clId="Web-{813CAE53-3948-FF63-82F2-CAC3C4AF96AD}" dt="2020-09-30T14:34:06.675" v="1649" actId="1076"/>
        <pc:sldMkLst>
          <pc:docMk/>
          <pc:sldMk cId="11457054" sldId="256"/>
        </pc:sldMkLst>
        <pc:spChg chg="mod">
          <ac:chgData name="o'brien m.a. (mao1g19)" userId="S::mao1g19@soton.ac.uk::4b27b8f5-9906-47a1-b728-23f13a5402b6" providerId="AD" clId="Web-{813CAE53-3948-FF63-82F2-CAC3C4AF96AD}" dt="2020-09-30T14:34:06.675" v="1649" actId="1076"/>
          <ac:spMkLst>
            <pc:docMk/>
            <pc:sldMk cId="11457054" sldId="256"/>
            <ac:spMk id="6" creationId="{C30C02E3-061C-41D6-BB58-85410A06DE11}"/>
          </ac:spMkLst>
        </pc:spChg>
        <pc:spChg chg="mod">
          <ac:chgData name="o'brien m.a. (mao1g19)" userId="S::mao1g19@soton.ac.uk::4b27b8f5-9906-47a1-b728-23f13a5402b6" providerId="AD" clId="Web-{813CAE53-3948-FF63-82F2-CAC3C4AF96AD}" dt="2020-09-30T14:33:49.143" v="1647" actId="1076"/>
          <ac:spMkLst>
            <pc:docMk/>
            <pc:sldMk cId="11457054" sldId="256"/>
            <ac:spMk id="7" creationId="{B96F34F0-7E52-4FB8-9FA8-DCBED3A1D4E4}"/>
          </ac:spMkLst>
        </pc:spChg>
      </pc:sldChg>
      <pc:sldChg chg="addSp modSp new">
        <pc:chgData name="o'brien m.a. (mao1g19)" userId="S::mao1g19@soton.ac.uk::4b27b8f5-9906-47a1-b728-23f13a5402b6" providerId="AD" clId="Web-{813CAE53-3948-FF63-82F2-CAC3C4AF96AD}" dt="2020-09-30T14:44:23.689" v="1910" actId="1076"/>
        <pc:sldMkLst>
          <pc:docMk/>
          <pc:sldMk cId="89661156" sldId="257"/>
        </pc:sldMkLst>
        <pc:picChg chg="add mod">
          <ac:chgData name="o'brien m.a. (mao1g19)" userId="S::mao1g19@soton.ac.uk::4b27b8f5-9906-47a1-b728-23f13a5402b6" providerId="AD" clId="Web-{813CAE53-3948-FF63-82F2-CAC3C4AF96AD}" dt="2020-09-30T14:44:23.689" v="1910" actId="1076"/>
          <ac:picMkLst>
            <pc:docMk/>
            <pc:sldMk cId="89661156" sldId="257"/>
            <ac:picMk id="4" creationId="{85383B53-5CC3-4D32-802D-9A874F25322E}"/>
          </ac:picMkLst>
        </pc:picChg>
      </pc:sldChg>
      <pc:sldChg chg="modSp new">
        <pc:chgData name="o'brien m.a. (mao1g19)" userId="S::mao1g19@soton.ac.uk::4b27b8f5-9906-47a1-b728-23f13a5402b6" providerId="AD" clId="Web-{813CAE53-3948-FF63-82F2-CAC3C4AF96AD}" dt="2020-09-30T12:39:18.525" v="860" actId="20577"/>
        <pc:sldMkLst>
          <pc:docMk/>
          <pc:sldMk cId="2872556588" sldId="258"/>
        </pc:sldMkLst>
        <pc:spChg chg="mod">
          <ac:chgData name="o'brien m.a. (mao1g19)" userId="S::mao1g19@soton.ac.uk::4b27b8f5-9906-47a1-b728-23f13a5402b6" providerId="AD" clId="Web-{813CAE53-3948-FF63-82F2-CAC3C4AF96AD}" dt="2020-09-30T12:34:27.471" v="516" actId="20577"/>
          <ac:spMkLst>
            <pc:docMk/>
            <pc:sldMk cId="2872556588" sldId="258"/>
            <ac:spMk id="2" creationId="{473EFEAD-DA02-4745-B7BD-73108281923C}"/>
          </ac:spMkLst>
        </pc:spChg>
        <pc:spChg chg="mod">
          <ac:chgData name="o'brien m.a. (mao1g19)" userId="S::mao1g19@soton.ac.uk::4b27b8f5-9906-47a1-b728-23f13a5402b6" providerId="AD" clId="Web-{813CAE53-3948-FF63-82F2-CAC3C4AF96AD}" dt="2020-09-30T12:39:18.525" v="860" actId="20577"/>
          <ac:spMkLst>
            <pc:docMk/>
            <pc:sldMk cId="2872556588" sldId="258"/>
            <ac:spMk id="3" creationId="{812F1C01-7638-4C1D-B4B0-B4494EB2AC2A}"/>
          </ac:spMkLst>
        </pc:spChg>
      </pc:sldChg>
      <pc:sldChg chg="modSp new del">
        <pc:chgData name="o'brien m.a. (mao1g19)" userId="S::mao1g19@soton.ac.uk::4b27b8f5-9906-47a1-b728-23f13a5402b6" providerId="AD" clId="Web-{813CAE53-3948-FF63-82F2-CAC3C4AF96AD}" dt="2020-09-30T12:24:01.784" v="40"/>
        <pc:sldMkLst>
          <pc:docMk/>
          <pc:sldMk cId="3286906888" sldId="258"/>
        </pc:sldMkLst>
        <pc:spChg chg="mod">
          <ac:chgData name="o'brien m.a. (mao1g19)" userId="S::mao1g19@soton.ac.uk::4b27b8f5-9906-47a1-b728-23f13a5402b6" providerId="AD" clId="Web-{813CAE53-3948-FF63-82F2-CAC3C4AF96AD}" dt="2020-09-30T12:22:56.970" v="11" actId="20577"/>
          <ac:spMkLst>
            <pc:docMk/>
            <pc:sldMk cId="3286906888" sldId="258"/>
            <ac:spMk id="2" creationId="{066D809F-68F3-4E3E-A682-254066B8C888}"/>
          </ac:spMkLst>
        </pc:spChg>
      </pc:sldChg>
      <pc:sldChg chg="addSp modSp new">
        <pc:chgData name="o'brien m.a. (mao1g19)" userId="S::mao1g19@soton.ac.uk::4b27b8f5-9906-47a1-b728-23f13a5402b6" providerId="AD" clId="Web-{813CAE53-3948-FF63-82F2-CAC3C4AF96AD}" dt="2020-09-30T13:18:56.238" v="911" actId="1076"/>
        <pc:sldMkLst>
          <pc:docMk/>
          <pc:sldMk cId="70479558" sldId="261"/>
        </pc:sldMkLst>
        <pc:spChg chg="mod">
          <ac:chgData name="o'brien m.a. (mao1g19)" userId="S::mao1g19@soton.ac.uk::4b27b8f5-9906-47a1-b728-23f13a5402b6" providerId="AD" clId="Web-{813CAE53-3948-FF63-82F2-CAC3C4AF96AD}" dt="2020-09-30T12:35:22.332" v="566" actId="20577"/>
          <ac:spMkLst>
            <pc:docMk/>
            <pc:sldMk cId="70479558" sldId="261"/>
            <ac:spMk id="2" creationId="{083D8DF6-4919-45E8-8116-1E953840FB9F}"/>
          </ac:spMkLst>
        </pc:spChg>
        <pc:spChg chg="mod">
          <ac:chgData name="o'brien m.a. (mao1g19)" userId="S::mao1g19@soton.ac.uk::4b27b8f5-9906-47a1-b728-23f13a5402b6" providerId="AD" clId="Web-{813CAE53-3948-FF63-82F2-CAC3C4AF96AD}" dt="2020-09-30T12:42:00.107" v="903" actId="20577"/>
          <ac:spMkLst>
            <pc:docMk/>
            <pc:sldMk cId="70479558" sldId="261"/>
            <ac:spMk id="3" creationId="{A46AA4A6-D48C-40E2-9DCE-C77C19766718}"/>
          </ac:spMkLst>
        </pc:spChg>
        <pc:picChg chg="add mod">
          <ac:chgData name="o'brien m.a. (mao1g19)" userId="S::mao1g19@soton.ac.uk::4b27b8f5-9906-47a1-b728-23f13a5402b6" providerId="AD" clId="Web-{813CAE53-3948-FF63-82F2-CAC3C4AF96AD}" dt="2020-09-30T13:18:56.238" v="911" actId="1076"/>
          <ac:picMkLst>
            <pc:docMk/>
            <pc:sldMk cId="70479558" sldId="261"/>
            <ac:picMk id="4" creationId="{B920E3F7-1546-48CA-B665-1A8449D0CDDA}"/>
          </ac:picMkLst>
        </pc:picChg>
      </pc:sldChg>
      <pc:sldChg chg="modSp new">
        <pc:chgData name="o'brien m.a. (mao1g19)" userId="S::mao1g19@soton.ac.uk::4b27b8f5-9906-47a1-b728-23f13a5402b6" providerId="AD" clId="Web-{813CAE53-3948-FF63-82F2-CAC3C4AF96AD}" dt="2020-09-30T14:21:50.766" v="1462" actId="20577"/>
        <pc:sldMkLst>
          <pc:docMk/>
          <pc:sldMk cId="952771496" sldId="264"/>
        </pc:sldMkLst>
        <pc:spChg chg="mod">
          <ac:chgData name="o'brien m.a. (mao1g19)" userId="S::mao1g19@soton.ac.uk::4b27b8f5-9906-47a1-b728-23f13a5402b6" providerId="AD" clId="Web-{813CAE53-3948-FF63-82F2-CAC3C4AF96AD}" dt="2020-09-30T13:21:03.616" v="925" actId="20577"/>
          <ac:spMkLst>
            <pc:docMk/>
            <pc:sldMk cId="952771496" sldId="264"/>
            <ac:spMk id="2" creationId="{4A73400B-6A9C-4898-AB7C-3952846B1127}"/>
          </ac:spMkLst>
        </pc:spChg>
        <pc:spChg chg="mod">
          <ac:chgData name="o'brien m.a. (mao1g19)" userId="S::mao1g19@soton.ac.uk::4b27b8f5-9906-47a1-b728-23f13a5402b6" providerId="AD" clId="Web-{813CAE53-3948-FF63-82F2-CAC3C4AF96AD}" dt="2020-09-30T14:21:50.766" v="1462" actId="20577"/>
          <ac:spMkLst>
            <pc:docMk/>
            <pc:sldMk cId="952771496" sldId="264"/>
            <ac:spMk id="3" creationId="{B1818EF1-1409-4E28-A0D6-684714072FDC}"/>
          </ac:spMkLst>
        </pc:spChg>
      </pc:sldChg>
      <pc:sldChg chg="modSp new">
        <pc:chgData name="o'brien m.a. (mao1g19)" userId="S::mao1g19@soton.ac.uk::4b27b8f5-9906-47a1-b728-23f13a5402b6" providerId="AD" clId="Web-{813CAE53-3948-FF63-82F2-CAC3C4AF96AD}" dt="2020-09-30T14:30:23.841" v="1644" actId="20577"/>
        <pc:sldMkLst>
          <pc:docMk/>
          <pc:sldMk cId="4003261114" sldId="265"/>
        </pc:sldMkLst>
        <pc:spChg chg="mod">
          <ac:chgData name="o'brien m.a. (mao1g19)" userId="S::mao1g19@soton.ac.uk::4b27b8f5-9906-47a1-b728-23f13a5402b6" providerId="AD" clId="Web-{813CAE53-3948-FF63-82F2-CAC3C4AF96AD}" dt="2020-09-30T13:22:12.681" v="960" actId="20577"/>
          <ac:spMkLst>
            <pc:docMk/>
            <pc:sldMk cId="4003261114" sldId="265"/>
            <ac:spMk id="2" creationId="{8E6E5D21-086A-4F8A-A062-8E88F916DF3F}"/>
          </ac:spMkLst>
        </pc:spChg>
        <pc:spChg chg="mod">
          <ac:chgData name="o'brien m.a. (mao1g19)" userId="S::mao1g19@soton.ac.uk::4b27b8f5-9906-47a1-b728-23f13a5402b6" providerId="AD" clId="Web-{813CAE53-3948-FF63-82F2-CAC3C4AF96AD}" dt="2020-09-30T14:30:23.841" v="1644" actId="20577"/>
          <ac:spMkLst>
            <pc:docMk/>
            <pc:sldMk cId="4003261114" sldId="265"/>
            <ac:spMk id="3" creationId="{9680176E-912C-4A81-AA91-493C801C7CA5}"/>
          </ac:spMkLst>
        </pc:spChg>
      </pc:sldChg>
      <pc:sldChg chg="modSp new ord">
        <pc:chgData name="o'brien m.a. (mao1g19)" userId="S::mao1g19@soton.ac.uk::4b27b8f5-9906-47a1-b728-23f13a5402b6" providerId="AD" clId="Web-{813CAE53-3948-FF63-82F2-CAC3C4AF96AD}" dt="2020-09-30T14:43:40.313" v="1904" actId="20577"/>
        <pc:sldMkLst>
          <pc:docMk/>
          <pc:sldMk cId="4273636232" sldId="266"/>
        </pc:sldMkLst>
        <pc:spChg chg="mod">
          <ac:chgData name="o'brien m.a. (mao1g19)" userId="S::mao1g19@soton.ac.uk::4b27b8f5-9906-47a1-b728-23f13a5402b6" providerId="AD" clId="Web-{813CAE53-3948-FF63-82F2-CAC3C4AF96AD}" dt="2020-09-30T13:22:19.399" v="963" actId="20577"/>
          <ac:spMkLst>
            <pc:docMk/>
            <pc:sldMk cId="4273636232" sldId="266"/>
            <ac:spMk id="2" creationId="{71379C3A-1A1B-4EFD-9F27-6428E44F0FED}"/>
          </ac:spMkLst>
        </pc:spChg>
        <pc:spChg chg="mod">
          <ac:chgData name="o'brien m.a. (mao1g19)" userId="S::mao1g19@soton.ac.uk::4b27b8f5-9906-47a1-b728-23f13a5402b6" providerId="AD" clId="Web-{813CAE53-3948-FF63-82F2-CAC3C4AF96AD}" dt="2020-09-30T14:43:40.313" v="1904" actId="20577"/>
          <ac:spMkLst>
            <pc:docMk/>
            <pc:sldMk cId="4273636232" sldId="266"/>
            <ac:spMk id="3" creationId="{A9678E46-7441-4CCC-9BDD-73325BD94683}"/>
          </ac:spMkLst>
        </pc:spChg>
      </pc:sldChg>
    </pc:docChg>
  </pc:docChgLst>
  <pc:docChgLst>
    <pc:chgData name="Ryan McDermott (rmm1g17)" userId="f53c8a73-975c-4148-b788-f33bc6937951" providerId="ADAL" clId="{81D95FC7-2F56-4ED2-A4A6-825F863E3472}"/>
    <pc:docChg chg="modSld sldOrd">
      <pc:chgData name="Ryan McDermott (rmm1g17)" userId="f53c8a73-975c-4148-b788-f33bc6937951" providerId="ADAL" clId="{81D95FC7-2F56-4ED2-A4A6-825F863E3472}" dt="2021-10-04T23:53:14.605" v="1"/>
      <pc:docMkLst>
        <pc:docMk/>
      </pc:docMkLst>
      <pc:sldChg chg="ord">
        <pc:chgData name="Ryan McDermott (rmm1g17)" userId="f53c8a73-975c-4148-b788-f33bc6937951" providerId="ADAL" clId="{81D95FC7-2F56-4ED2-A4A6-825F863E3472}" dt="2021-10-04T23:53:14.605" v="1"/>
        <pc:sldMkLst>
          <pc:docMk/>
          <pc:sldMk cId="4037046372" sldId="276"/>
        </pc:sldMkLst>
      </pc:sldChg>
    </pc:docChg>
  </pc:docChgLst>
  <pc:docChgLst>
    <pc:chgData name="Toby Godfrey (tmag1g21)" userId="S::tmag1g21@soton.ac.uk::8bc389c1-7653-47d1-8d3c-449ef9682d03" providerId="AD" clId="Web-{0D8513CD-E692-F3CC-1057-B94BE91FE55C}"/>
    <pc:docChg chg="modSld">
      <pc:chgData name="Toby Godfrey (tmag1g21)" userId="S::tmag1g21@soton.ac.uk::8bc389c1-7653-47d1-8d3c-449ef9682d03" providerId="AD" clId="Web-{0D8513CD-E692-F3CC-1057-B94BE91FE55C}" dt="2023-09-27T13:48:52.123" v="98"/>
      <pc:docMkLst>
        <pc:docMk/>
      </pc:docMkLst>
      <pc:sldChg chg="modNotes">
        <pc:chgData name="Toby Godfrey (tmag1g21)" userId="S::tmag1g21@soton.ac.uk::8bc389c1-7653-47d1-8d3c-449ef9682d03" providerId="AD" clId="Web-{0D8513CD-E692-F3CC-1057-B94BE91FE55C}" dt="2023-09-27T13:32:27.351" v="79"/>
        <pc:sldMkLst>
          <pc:docMk/>
          <pc:sldMk cId="4003261114" sldId="265"/>
        </pc:sldMkLst>
      </pc:sldChg>
      <pc:sldChg chg="modNotes">
        <pc:chgData name="Toby Godfrey (tmag1g21)" userId="S::tmag1g21@soton.ac.uk::8bc389c1-7653-47d1-8d3c-449ef9682d03" providerId="AD" clId="Web-{0D8513CD-E692-F3CC-1057-B94BE91FE55C}" dt="2023-09-27T13:36:28.528" v="83"/>
        <pc:sldMkLst>
          <pc:docMk/>
          <pc:sldMk cId="1873852154" sldId="271"/>
        </pc:sldMkLst>
      </pc:sldChg>
      <pc:sldChg chg="modNotes">
        <pc:chgData name="Toby Godfrey (tmag1g21)" userId="S::tmag1g21@soton.ac.uk::8bc389c1-7653-47d1-8d3c-449ef9682d03" providerId="AD" clId="Web-{0D8513CD-E692-F3CC-1057-B94BE91FE55C}" dt="2023-09-27T13:30:32.380" v="0"/>
        <pc:sldMkLst>
          <pc:docMk/>
          <pc:sldMk cId="3486083925" sldId="274"/>
        </pc:sldMkLst>
      </pc:sldChg>
      <pc:sldChg chg="addSp delSp modSp">
        <pc:chgData name="Toby Godfrey (tmag1g21)" userId="S::tmag1g21@soton.ac.uk::8bc389c1-7653-47d1-8d3c-449ef9682d03" providerId="AD" clId="Web-{0D8513CD-E692-F3CC-1057-B94BE91FE55C}" dt="2023-09-27T13:48:52.123" v="98"/>
        <pc:sldMkLst>
          <pc:docMk/>
          <pc:sldMk cId="1555978848" sldId="282"/>
        </pc:sldMkLst>
        <pc:picChg chg="add del mod">
          <ac:chgData name="Toby Godfrey (tmag1g21)" userId="S::tmag1g21@soton.ac.uk::8bc389c1-7653-47d1-8d3c-449ef9682d03" providerId="AD" clId="Web-{0D8513CD-E692-F3CC-1057-B94BE91FE55C}" dt="2023-09-27T13:48:52.123" v="98"/>
          <ac:picMkLst>
            <pc:docMk/>
            <pc:sldMk cId="1555978848" sldId="282"/>
            <ac:picMk id="44" creationId="{BEAA4F5C-D9E1-1B3C-71AB-18BAE959A837}"/>
          </ac:picMkLst>
        </pc:picChg>
      </pc:sldChg>
      <pc:sldChg chg="modSp">
        <pc:chgData name="Toby Godfrey (tmag1g21)" userId="S::tmag1g21@soton.ac.uk::8bc389c1-7653-47d1-8d3c-449ef9682d03" providerId="AD" clId="Web-{0D8513CD-E692-F3CC-1057-B94BE91FE55C}" dt="2023-09-27T13:38:58.063" v="87" actId="20577"/>
        <pc:sldMkLst>
          <pc:docMk/>
          <pc:sldMk cId="4235371649" sldId="283"/>
        </pc:sldMkLst>
        <pc:spChg chg="mod">
          <ac:chgData name="Toby Godfrey (tmag1g21)" userId="S::tmag1g21@soton.ac.uk::8bc389c1-7653-47d1-8d3c-449ef9682d03" providerId="AD" clId="Web-{0D8513CD-E692-F3CC-1057-B94BE91FE55C}" dt="2023-09-27T13:38:58.063" v="87" actId="20577"/>
          <ac:spMkLst>
            <pc:docMk/>
            <pc:sldMk cId="4235371649" sldId="283"/>
            <ac:spMk id="3" creationId="{A8390DD6-97E2-4DDC-9ECB-7BD6B00E0751}"/>
          </ac:spMkLst>
        </pc:spChg>
      </pc:sldChg>
      <pc:sldChg chg="modNotes">
        <pc:chgData name="Toby Godfrey (tmag1g21)" userId="S::tmag1g21@soton.ac.uk::8bc389c1-7653-47d1-8d3c-449ef9682d03" providerId="AD" clId="Web-{0D8513CD-E692-F3CC-1057-B94BE91FE55C}" dt="2023-09-27T13:31:01.349" v="4"/>
        <pc:sldMkLst>
          <pc:docMk/>
          <pc:sldMk cId="3991550235" sldId="286"/>
        </pc:sldMkLst>
      </pc:sldChg>
      <pc:sldChg chg="modSp modNotes">
        <pc:chgData name="Toby Godfrey (tmag1g21)" userId="S::tmag1g21@soton.ac.uk::8bc389c1-7653-47d1-8d3c-449ef9682d03" providerId="AD" clId="Web-{0D8513CD-E692-F3CC-1057-B94BE91FE55C}" dt="2023-09-27T13:39:25.438" v="96" actId="20577"/>
        <pc:sldMkLst>
          <pc:docMk/>
          <pc:sldMk cId="1711231843" sldId="287"/>
        </pc:sldMkLst>
        <pc:spChg chg="mod">
          <ac:chgData name="Toby Godfrey (tmag1g21)" userId="S::tmag1g21@soton.ac.uk::8bc389c1-7653-47d1-8d3c-449ef9682d03" providerId="AD" clId="Web-{0D8513CD-E692-F3CC-1057-B94BE91FE55C}" dt="2023-09-27T13:39:25.438" v="96" actId="20577"/>
          <ac:spMkLst>
            <pc:docMk/>
            <pc:sldMk cId="1711231843" sldId="287"/>
            <ac:spMk id="3" creationId="{A46AA4A6-D48C-40E2-9DCE-C77C19766718}"/>
          </ac:spMkLst>
        </pc:spChg>
      </pc:sldChg>
    </pc:docChg>
  </pc:docChgLst>
  <pc:docChgLst>
    <pc:chgData name="Timothy Brewis (tab1g19)" userId="b5fd8990-1e76-4d79-ba58-3166dbbc5086" providerId="ADAL" clId="{F39C5FEE-E0C4-44BB-87C6-F15C27732872}"/>
    <pc:docChg chg="custSel delSld modSld">
      <pc:chgData name="Timothy Brewis (tab1g19)" userId="b5fd8990-1e76-4d79-ba58-3166dbbc5086" providerId="ADAL" clId="{F39C5FEE-E0C4-44BB-87C6-F15C27732872}" dt="2022-10-04T15:07:07.589" v="24" actId="1076"/>
      <pc:docMkLst>
        <pc:docMk/>
      </pc:docMkLst>
      <pc:sldChg chg="addSp delSp modSp mod">
        <pc:chgData name="Timothy Brewis (tab1g19)" userId="b5fd8990-1e76-4d79-ba58-3166dbbc5086" providerId="ADAL" clId="{F39C5FEE-E0C4-44BB-87C6-F15C27732872}" dt="2022-10-04T15:07:07.589" v="24" actId="1076"/>
        <pc:sldMkLst>
          <pc:docMk/>
          <pc:sldMk cId="2710395557" sldId="279"/>
        </pc:sldMkLst>
        <pc:picChg chg="add mod">
          <ac:chgData name="Timothy Brewis (tab1g19)" userId="b5fd8990-1e76-4d79-ba58-3166dbbc5086" providerId="ADAL" clId="{F39C5FEE-E0C4-44BB-87C6-F15C27732872}" dt="2022-10-04T15:06:54.420" v="17" actId="1076"/>
          <ac:picMkLst>
            <pc:docMk/>
            <pc:sldMk cId="2710395557" sldId="279"/>
            <ac:picMk id="4" creationId="{1BC1096E-4D34-4D69-A9C8-6299DF3511A6}"/>
          </ac:picMkLst>
        </pc:picChg>
        <pc:picChg chg="add mod">
          <ac:chgData name="Timothy Brewis (tab1g19)" userId="b5fd8990-1e76-4d79-ba58-3166dbbc5086" providerId="ADAL" clId="{F39C5FEE-E0C4-44BB-87C6-F15C27732872}" dt="2022-10-04T15:07:07.589" v="24" actId="1076"/>
          <ac:picMkLst>
            <pc:docMk/>
            <pc:sldMk cId="2710395557" sldId="279"/>
            <ac:picMk id="6" creationId="{EAC07A96-EAD0-4E05-BFE1-37EC9F108363}"/>
          </ac:picMkLst>
        </pc:picChg>
        <pc:picChg chg="del">
          <ac:chgData name="Timothy Brewis (tab1g19)" userId="b5fd8990-1e76-4d79-ba58-3166dbbc5086" providerId="ADAL" clId="{F39C5FEE-E0C4-44BB-87C6-F15C27732872}" dt="2022-10-04T15:06:33.081" v="8" actId="478"/>
          <ac:picMkLst>
            <pc:docMk/>
            <pc:sldMk cId="2710395557" sldId="279"/>
            <ac:picMk id="21" creationId="{9E47C4E8-6D2F-4C61-AD37-7AC5858A1376}"/>
          </ac:picMkLst>
        </pc:picChg>
        <pc:picChg chg="del">
          <ac:chgData name="Timothy Brewis (tab1g19)" userId="b5fd8990-1e76-4d79-ba58-3166dbbc5086" providerId="ADAL" clId="{F39C5FEE-E0C4-44BB-87C6-F15C27732872}" dt="2022-10-04T15:06:33.951" v="9" actId="478"/>
          <ac:picMkLst>
            <pc:docMk/>
            <pc:sldMk cId="2710395557" sldId="279"/>
            <ac:picMk id="27" creationId="{1641F5A4-7644-490B-89AE-77016FAC5D37}"/>
          </ac:picMkLst>
        </pc:picChg>
      </pc:sldChg>
      <pc:sldChg chg="modSp">
        <pc:chgData name="Timothy Brewis (tab1g19)" userId="b5fd8990-1e76-4d79-ba58-3166dbbc5086" providerId="ADAL" clId="{F39C5FEE-E0C4-44BB-87C6-F15C27732872}" dt="2022-10-04T15:03:51.626" v="7" actId="114"/>
        <pc:sldMkLst>
          <pc:docMk/>
          <pc:sldMk cId="1555978848" sldId="282"/>
        </pc:sldMkLst>
        <pc:graphicFrameChg chg="mod">
          <ac:chgData name="Timothy Brewis (tab1g19)" userId="b5fd8990-1e76-4d79-ba58-3166dbbc5086" providerId="ADAL" clId="{F39C5FEE-E0C4-44BB-87C6-F15C27732872}" dt="2022-10-04T15:03:51.626" v="7" actId="114"/>
          <ac:graphicFrameMkLst>
            <pc:docMk/>
            <pc:sldMk cId="1555978848" sldId="282"/>
            <ac:graphicFrameMk id="4" creationId="{1808A8C4-F0FB-46CA-9F98-CE907060C37C}"/>
          </ac:graphicFrameMkLst>
        </pc:graphicFrameChg>
      </pc:sldChg>
      <pc:sldChg chg="delSp del modAnim">
        <pc:chgData name="Timothy Brewis (tab1g19)" userId="b5fd8990-1e76-4d79-ba58-3166dbbc5086" providerId="ADAL" clId="{F39C5FEE-E0C4-44BB-87C6-F15C27732872}" dt="2022-10-04T15:01:42.695" v="1" actId="2696"/>
        <pc:sldMkLst>
          <pc:docMk/>
          <pc:sldMk cId="4210811391" sldId="285"/>
        </pc:sldMkLst>
        <pc:picChg chg="del">
          <ac:chgData name="Timothy Brewis (tab1g19)" userId="b5fd8990-1e76-4d79-ba58-3166dbbc5086" providerId="ADAL" clId="{F39C5FEE-E0C4-44BB-87C6-F15C27732872}" dt="2022-10-04T15:01:34.962" v="0" actId="478"/>
          <ac:picMkLst>
            <pc:docMk/>
            <pc:sldMk cId="4210811391" sldId="285"/>
            <ac:picMk id="1026" creationId="{FE29D2C6-2974-43CA-A3AB-8CADA2E8B238}"/>
          </ac:picMkLst>
        </pc:picChg>
      </pc:sldChg>
    </pc:docChg>
  </pc:docChgLst>
  <pc:docChgLst>
    <pc:chgData name="Adomas Lebedys (al2u18)" userId="S::al2u18@soton.ac.uk::13114830-c8b5-4639-b4ab-cf65fdd09dd7" providerId="AD" clId="Web-{B082D164-AD40-7528-D073-0C55B8F1B817}"/>
    <pc:docChg chg="addSld modSld sldOrd">
      <pc:chgData name="Adomas Lebedys (al2u18)" userId="S::al2u18@soton.ac.uk::13114830-c8b5-4639-b4ab-cf65fdd09dd7" providerId="AD" clId="Web-{B082D164-AD40-7528-D073-0C55B8F1B817}" dt="2021-10-04T11:59:48.908" v="908" actId="1076"/>
      <pc:docMkLst>
        <pc:docMk/>
      </pc:docMkLst>
      <pc:sldChg chg="modSp">
        <pc:chgData name="Adomas Lebedys (al2u18)" userId="S::al2u18@soton.ac.uk::13114830-c8b5-4639-b4ab-cf65fdd09dd7" providerId="AD" clId="Web-{B082D164-AD40-7528-D073-0C55B8F1B817}" dt="2021-10-04T11:26:39.138" v="114" actId="1076"/>
        <pc:sldMkLst>
          <pc:docMk/>
          <pc:sldMk cId="2331475474" sldId="260"/>
        </pc:sldMkLst>
        <pc:spChg chg="mod">
          <ac:chgData name="Adomas Lebedys (al2u18)" userId="S::al2u18@soton.ac.uk::13114830-c8b5-4639-b4ab-cf65fdd09dd7" providerId="AD" clId="Web-{B082D164-AD40-7528-D073-0C55B8F1B817}" dt="2021-10-04T11:26:12.122" v="106" actId="14100"/>
          <ac:spMkLst>
            <pc:docMk/>
            <pc:sldMk cId="2331475474" sldId="260"/>
            <ac:spMk id="3" creationId="{931ABE26-41AE-43B1-BA43-5BE035A99887}"/>
          </ac:spMkLst>
        </pc:spChg>
        <pc:spChg chg="mod">
          <ac:chgData name="Adomas Lebedys (al2u18)" userId="S::al2u18@soton.ac.uk::13114830-c8b5-4639-b4ab-cf65fdd09dd7" providerId="AD" clId="Web-{B082D164-AD40-7528-D073-0C55B8F1B817}" dt="2021-10-04T11:26:29.325" v="110" actId="1076"/>
          <ac:spMkLst>
            <pc:docMk/>
            <pc:sldMk cId="2331475474" sldId="260"/>
            <ac:spMk id="5" creationId="{A7DD02B2-1CC5-464B-81C0-1E26BB6ED51C}"/>
          </ac:spMkLst>
        </pc:spChg>
        <pc:picChg chg="mod">
          <ac:chgData name="Adomas Lebedys (al2u18)" userId="S::al2u18@soton.ac.uk::13114830-c8b5-4639-b4ab-cf65fdd09dd7" providerId="AD" clId="Web-{B082D164-AD40-7528-D073-0C55B8F1B817}" dt="2021-10-04T11:26:39.138" v="114" actId="1076"/>
          <ac:picMkLst>
            <pc:docMk/>
            <pc:sldMk cId="2331475474" sldId="260"/>
            <ac:picMk id="4" creationId="{C385854E-DD4C-4428-9135-439278546FB4}"/>
          </ac:picMkLst>
        </pc:picChg>
      </pc:sldChg>
      <pc:sldChg chg="modSp">
        <pc:chgData name="Adomas Lebedys (al2u18)" userId="S::al2u18@soton.ac.uk::13114830-c8b5-4639-b4ab-cf65fdd09dd7" providerId="AD" clId="Web-{B082D164-AD40-7528-D073-0C55B8F1B817}" dt="2021-10-04T11:37:30.712" v="756" actId="20577"/>
        <pc:sldMkLst>
          <pc:docMk/>
          <pc:sldMk cId="952771496" sldId="264"/>
        </pc:sldMkLst>
        <pc:spChg chg="mod">
          <ac:chgData name="Adomas Lebedys (al2u18)" userId="S::al2u18@soton.ac.uk::13114830-c8b5-4639-b4ab-cf65fdd09dd7" providerId="AD" clId="Web-{B082D164-AD40-7528-D073-0C55B8F1B817}" dt="2021-10-04T11:37:30.712" v="756" actId="20577"/>
          <ac:spMkLst>
            <pc:docMk/>
            <pc:sldMk cId="952771496" sldId="264"/>
            <ac:spMk id="34" creationId="{F0DF704E-7CAB-4380-9630-5D81C8EFC8B3}"/>
          </ac:spMkLst>
        </pc:spChg>
      </pc:sldChg>
      <pc:sldChg chg="addSp delSp modSp">
        <pc:chgData name="Adomas Lebedys (al2u18)" userId="S::al2u18@soton.ac.uk::13114830-c8b5-4639-b4ab-cf65fdd09dd7" providerId="AD" clId="Web-{B082D164-AD40-7528-D073-0C55B8F1B817}" dt="2021-10-04T11:43:15.812" v="871" actId="20577"/>
        <pc:sldMkLst>
          <pc:docMk/>
          <pc:sldMk cId="1311911284" sldId="267"/>
        </pc:sldMkLst>
        <pc:spChg chg="mod">
          <ac:chgData name="Adomas Lebedys (al2u18)" userId="S::al2u18@soton.ac.uk::13114830-c8b5-4639-b4ab-cf65fdd09dd7" providerId="AD" clId="Web-{B082D164-AD40-7528-D073-0C55B8F1B817}" dt="2021-10-04T11:24:53.667" v="69" actId="20577"/>
          <ac:spMkLst>
            <pc:docMk/>
            <pc:sldMk cId="1311911284" sldId="267"/>
            <ac:spMk id="3" creationId="{24CD1A13-BBC0-4931-95B8-55675EFF2641}"/>
          </ac:spMkLst>
        </pc:spChg>
        <pc:spChg chg="add del mod">
          <ac:chgData name="Adomas Lebedys (al2u18)" userId="S::al2u18@soton.ac.uk::13114830-c8b5-4639-b4ab-cf65fdd09dd7" providerId="AD" clId="Web-{B082D164-AD40-7528-D073-0C55B8F1B817}" dt="2021-10-04T11:42:00.029" v="843"/>
          <ac:spMkLst>
            <pc:docMk/>
            <pc:sldMk cId="1311911284" sldId="267"/>
            <ac:spMk id="4" creationId="{5DAE5A85-C140-4C06-8A0F-87C949E81492}"/>
          </ac:spMkLst>
        </pc:spChg>
        <pc:spChg chg="add del mod">
          <ac:chgData name="Adomas Lebedys (al2u18)" userId="S::al2u18@soton.ac.uk::13114830-c8b5-4639-b4ab-cf65fdd09dd7" providerId="AD" clId="Web-{B082D164-AD40-7528-D073-0C55B8F1B817}" dt="2021-10-04T11:42:47.124" v="852"/>
          <ac:spMkLst>
            <pc:docMk/>
            <pc:sldMk cId="1311911284" sldId="267"/>
            <ac:spMk id="6" creationId="{A6840242-9CE3-4EE3-9AC3-8B1C9AFD2428}"/>
          </ac:spMkLst>
        </pc:spChg>
        <pc:spChg chg="mod">
          <ac:chgData name="Adomas Lebedys (al2u18)" userId="S::al2u18@soton.ac.uk::13114830-c8b5-4639-b4ab-cf65fdd09dd7" providerId="AD" clId="Web-{B082D164-AD40-7528-D073-0C55B8F1B817}" dt="2021-10-04T11:42:51.530" v="854" actId="1076"/>
          <ac:spMkLst>
            <pc:docMk/>
            <pc:sldMk cId="1311911284" sldId="267"/>
            <ac:spMk id="7" creationId="{DCC5A812-991F-4664-B161-BA525DC728BE}"/>
          </ac:spMkLst>
        </pc:spChg>
        <pc:spChg chg="add mod">
          <ac:chgData name="Adomas Lebedys (al2u18)" userId="S::al2u18@soton.ac.uk::13114830-c8b5-4639-b4ab-cf65fdd09dd7" providerId="AD" clId="Web-{B082D164-AD40-7528-D073-0C55B8F1B817}" dt="2021-10-04T11:43:15.812" v="871" actId="20577"/>
          <ac:spMkLst>
            <pc:docMk/>
            <pc:sldMk cId="1311911284" sldId="267"/>
            <ac:spMk id="9" creationId="{6A519D64-E415-4005-8C13-99ED0E6B936D}"/>
          </ac:spMkLst>
        </pc:spChg>
        <pc:picChg chg="mod">
          <ac:chgData name="Adomas Lebedys (al2u18)" userId="S::al2u18@soton.ac.uk::13114830-c8b5-4639-b4ab-cf65fdd09dd7" providerId="AD" clId="Web-{B082D164-AD40-7528-D073-0C55B8F1B817}" dt="2021-10-04T11:25:00.151" v="71" actId="14100"/>
          <ac:picMkLst>
            <pc:docMk/>
            <pc:sldMk cId="1311911284" sldId="267"/>
            <ac:picMk id="5" creationId="{56A3AA54-B6CA-48E9-9784-F6B9B6F4A165}"/>
          </ac:picMkLst>
        </pc:picChg>
        <pc:picChg chg="add mod modCrop">
          <ac:chgData name="Adomas Lebedys (al2u18)" userId="S::al2u18@soton.ac.uk::13114830-c8b5-4639-b4ab-cf65fdd09dd7" providerId="AD" clId="Web-{B082D164-AD40-7528-D073-0C55B8F1B817}" dt="2021-10-04T11:42:42.530" v="850" actId="1076"/>
          <ac:picMkLst>
            <pc:docMk/>
            <pc:sldMk cId="1311911284" sldId="267"/>
            <ac:picMk id="8" creationId="{9B49FEBF-4ADA-423C-B7B9-5428C93551EA}"/>
          </ac:picMkLst>
        </pc:picChg>
      </pc:sldChg>
      <pc:sldChg chg="addSp delSp modSp">
        <pc:chgData name="Adomas Lebedys (al2u18)" userId="S::al2u18@soton.ac.uk::13114830-c8b5-4639-b4ab-cf65fdd09dd7" providerId="AD" clId="Web-{B082D164-AD40-7528-D073-0C55B8F1B817}" dt="2021-10-04T11:47:24.238" v="905" actId="1076"/>
        <pc:sldMkLst>
          <pc:docMk/>
          <pc:sldMk cId="4161741272" sldId="268"/>
        </pc:sldMkLst>
        <pc:spChg chg="mod">
          <ac:chgData name="Adomas Lebedys (al2u18)" userId="S::al2u18@soton.ac.uk::13114830-c8b5-4639-b4ab-cf65fdd09dd7" providerId="AD" clId="Web-{B082D164-AD40-7528-D073-0C55B8F1B817}" dt="2021-10-04T11:47:16.222" v="904" actId="1076"/>
          <ac:spMkLst>
            <pc:docMk/>
            <pc:sldMk cId="4161741272" sldId="268"/>
            <ac:spMk id="5" creationId="{8272ECE7-745A-4C36-A9D0-32E518D9FA7A}"/>
          </ac:spMkLst>
        </pc:spChg>
        <pc:spChg chg="add del mod">
          <ac:chgData name="Adomas Lebedys (al2u18)" userId="S::al2u18@soton.ac.uk::13114830-c8b5-4639-b4ab-cf65fdd09dd7" providerId="AD" clId="Web-{B082D164-AD40-7528-D073-0C55B8F1B817}" dt="2021-10-04T11:46:42.097" v="896"/>
          <ac:spMkLst>
            <pc:docMk/>
            <pc:sldMk cId="4161741272" sldId="268"/>
            <ac:spMk id="7" creationId="{3E907A04-881C-499F-A683-8E6DB158ACBF}"/>
          </ac:spMkLst>
        </pc:spChg>
        <pc:spChg chg="add mod">
          <ac:chgData name="Adomas Lebedys (al2u18)" userId="S::al2u18@soton.ac.uk::13114830-c8b5-4639-b4ab-cf65fdd09dd7" providerId="AD" clId="Web-{B082D164-AD40-7528-D073-0C55B8F1B817}" dt="2021-10-04T11:47:03.394" v="902" actId="1076"/>
          <ac:spMkLst>
            <pc:docMk/>
            <pc:sldMk cId="4161741272" sldId="268"/>
            <ac:spMk id="10" creationId="{F3946F3A-3690-44D2-9A70-118BC636C148}"/>
          </ac:spMkLst>
        </pc:spChg>
        <pc:picChg chg="mod">
          <ac:chgData name="Adomas Lebedys (al2u18)" userId="S::al2u18@soton.ac.uk::13114830-c8b5-4639-b4ab-cf65fdd09dd7" providerId="AD" clId="Web-{B082D164-AD40-7528-D073-0C55B8F1B817}" dt="2021-10-04T11:47:11.863" v="903" actId="14100"/>
          <ac:picMkLst>
            <pc:docMk/>
            <pc:sldMk cId="4161741272" sldId="268"/>
            <ac:picMk id="4" creationId="{8EDD74C2-3F9F-47FF-9BB8-98F768E811C5}"/>
          </ac:picMkLst>
        </pc:picChg>
        <pc:picChg chg="add del mod">
          <ac:chgData name="Adomas Lebedys (al2u18)" userId="S::al2u18@soton.ac.uk::13114830-c8b5-4639-b4ab-cf65fdd09dd7" providerId="AD" clId="Web-{B082D164-AD40-7528-D073-0C55B8F1B817}" dt="2021-10-04T11:46:23.190" v="891"/>
          <ac:picMkLst>
            <pc:docMk/>
            <pc:sldMk cId="4161741272" sldId="268"/>
            <ac:picMk id="8" creationId="{3956A91D-D611-4369-96E6-92D1CBD13C39}"/>
          </ac:picMkLst>
        </pc:picChg>
        <pc:picChg chg="add mod">
          <ac:chgData name="Adomas Lebedys (al2u18)" userId="S::al2u18@soton.ac.uk::13114830-c8b5-4639-b4ab-cf65fdd09dd7" providerId="AD" clId="Web-{B082D164-AD40-7528-D073-0C55B8F1B817}" dt="2021-10-04T11:47:24.238" v="905" actId="1076"/>
          <ac:picMkLst>
            <pc:docMk/>
            <pc:sldMk cId="4161741272" sldId="268"/>
            <ac:picMk id="9" creationId="{2964B6BA-5D84-4AA7-A664-45096268665D}"/>
          </ac:picMkLst>
        </pc:picChg>
      </pc:sldChg>
      <pc:sldChg chg="addSp delSp modSp modNotes">
        <pc:chgData name="Adomas Lebedys (al2u18)" userId="S::al2u18@soton.ac.uk::13114830-c8b5-4639-b4ab-cf65fdd09dd7" providerId="AD" clId="Web-{B082D164-AD40-7528-D073-0C55B8F1B817}" dt="2021-10-04T11:36:40.680" v="753" actId="1076"/>
        <pc:sldMkLst>
          <pc:docMk/>
          <pc:sldMk cId="2624979451" sldId="272"/>
        </pc:sldMkLst>
        <pc:spChg chg="mod">
          <ac:chgData name="Adomas Lebedys (al2u18)" userId="S::al2u18@soton.ac.uk::13114830-c8b5-4639-b4ab-cf65fdd09dd7" providerId="AD" clId="Web-{B082D164-AD40-7528-D073-0C55B8F1B817}" dt="2021-10-04T11:22:34.352" v="16" actId="1076"/>
          <ac:spMkLst>
            <pc:docMk/>
            <pc:sldMk cId="2624979451" sldId="272"/>
            <ac:spMk id="3" creationId="{24CD1A13-BBC0-4931-95B8-55675EFF2641}"/>
          </ac:spMkLst>
        </pc:spChg>
        <pc:spChg chg="del">
          <ac:chgData name="Adomas Lebedys (al2u18)" userId="S::al2u18@soton.ac.uk::13114830-c8b5-4639-b4ab-cf65fdd09dd7" providerId="AD" clId="Web-{B082D164-AD40-7528-D073-0C55B8F1B817}" dt="2021-10-04T11:21:45.039" v="1"/>
          <ac:spMkLst>
            <pc:docMk/>
            <pc:sldMk cId="2624979451" sldId="272"/>
            <ac:spMk id="6" creationId="{11D78A94-ECE2-4B8F-8DC1-4F801273423E}"/>
          </ac:spMkLst>
        </pc:spChg>
        <pc:spChg chg="mod">
          <ac:chgData name="Adomas Lebedys (al2u18)" userId="S::al2u18@soton.ac.uk::13114830-c8b5-4639-b4ab-cf65fdd09dd7" providerId="AD" clId="Web-{B082D164-AD40-7528-D073-0C55B8F1B817}" dt="2021-10-04T11:24:08.526" v="37" actId="1076"/>
          <ac:spMkLst>
            <pc:docMk/>
            <pc:sldMk cId="2624979451" sldId="272"/>
            <ac:spMk id="9" creationId="{4191E00A-13CC-4A59-8A45-830B68FD2D5B}"/>
          </ac:spMkLst>
        </pc:spChg>
        <pc:spChg chg="add mod">
          <ac:chgData name="Adomas Lebedys (al2u18)" userId="S::al2u18@soton.ac.uk::13114830-c8b5-4639-b4ab-cf65fdd09dd7" providerId="AD" clId="Web-{B082D164-AD40-7528-D073-0C55B8F1B817}" dt="2021-10-04T11:36:40.664" v="751" actId="1076"/>
          <ac:spMkLst>
            <pc:docMk/>
            <pc:sldMk cId="2624979451" sldId="272"/>
            <ac:spMk id="24" creationId="{C2932087-5E1B-4E20-A096-B4F2AAC8BBE7}"/>
          </ac:spMkLst>
        </pc:spChg>
        <pc:spChg chg="add del">
          <ac:chgData name="Adomas Lebedys (al2u18)" userId="S::al2u18@soton.ac.uk::13114830-c8b5-4639-b4ab-cf65fdd09dd7" providerId="AD" clId="Web-{B082D164-AD40-7528-D073-0C55B8F1B817}" dt="2021-10-04T11:23:12.900" v="26"/>
          <ac:spMkLst>
            <pc:docMk/>
            <pc:sldMk cId="2624979451" sldId="272"/>
            <ac:spMk id="26" creationId="{3A4FCAC5-671D-4BE9-BFEC-DC3B73BCDC6E}"/>
          </ac:spMkLst>
        </pc:spChg>
        <pc:spChg chg="add mod">
          <ac:chgData name="Adomas Lebedys (al2u18)" userId="S::al2u18@soton.ac.uk::13114830-c8b5-4639-b4ab-cf65fdd09dd7" providerId="AD" clId="Web-{B082D164-AD40-7528-D073-0C55B8F1B817}" dt="2021-10-04T11:36:40.664" v="752" actId="1076"/>
          <ac:spMkLst>
            <pc:docMk/>
            <pc:sldMk cId="2624979451" sldId="272"/>
            <ac:spMk id="27" creationId="{DACDDAC8-844D-4DF2-B25C-64A31040DA03}"/>
          </ac:spMkLst>
        </pc:spChg>
        <pc:spChg chg="mod">
          <ac:chgData name="Adomas Lebedys (al2u18)" userId="S::al2u18@soton.ac.uk::13114830-c8b5-4639-b4ab-cf65fdd09dd7" providerId="AD" clId="Web-{B082D164-AD40-7528-D073-0C55B8F1B817}" dt="2021-10-04T11:23:44.713" v="33" actId="1076"/>
          <ac:spMkLst>
            <pc:docMk/>
            <pc:sldMk cId="2624979451" sldId="272"/>
            <ac:spMk id="61" creationId="{200EA7AC-217B-41CB-AC4D-DF9D9716A957}"/>
          </ac:spMkLst>
        </pc:spChg>
        <pc:spChg chg="mod">
          <ac:chgData name="Adomas Lebedys (al2u18)" userId="S::al2u18@soton.ac.uk::13114830-c8b5-4639-b4ab-cf65fdd09dd7" providerId="AD" clId="Web-{B082D164-AD40-7528-D073-0C55B8F1B817}" dt="2021-10-04T11:22:41.149" v="18" actId="1076"/>
          <ac:spMkLst>
            <pc:docMk/>
            <pc:sldMk cId="2624979451" sldId="272"/>
            <ac:spMk id="64" creationId="{01FB90B0-57CB-43C6-B453-B86980387FCE}"/>
          </ac:spMkLst>
        </pc:spChg>
        <pc:spChg chg="del">
          <ac:chgData name="Adomas Lebedys (al2u18)" userId="S::al2u18@soton.ac.uk::13114830-c8b5-4639-b4ab-cf65fdd09dd7" providerId="AD" clId="Web-{B082D164-AD40-7528-D073-0C55B8F1B817}" dt="2021-10-04T11:22:26.930" v="13"/>
          <ac:spMkLst>
            <pc:docMk/>
            <pc:sldMk cId="2624979451" sldId="272"/>
            <ac:spMk id="65" creationId="{51DFEAAF-FA10-41E6-8BF3-024C9704223A}"/>
          </ac:spMkLst>
        </pc:spChg>
        <pc:grpChg chg="add mod">
          <ac:chgData name="Adomas Lebedys (al2u18)" userId="S::al2u18@soton.ac.uk::13114830-c8b5-4639-b4ab-cf65fdd09dd7" providerId="AD" clId="Web-{B082D164-AD40-7528-D073-0C55B8F1B817}" dt="2021-10-04T11:36:40.648" v="749" actId="1076"/>
          <ac:grpSpMkLst>
            <pc:docMk/>
            <pc:sldMk cId="2624979451" sldId="272"/>
            <ac:grpSpMk id="22" creationId="{AE75DE5E-FC43-4E73-9DE1-B5D0C46BE6E0}"/>
          </ac:grpSpMkLst>
        </pc:grpChg>
        <pc:picChg chg="add mod">
          <ac:chgData name="Adomas Lebedys (al2u18)" userId="S::al2u18@soton.ac.uk::13114830-c8b5-4639-b4ab-cf65fdd09dd7" providerId="AD" clId="Web-{B082D164-AD40-7528-D073-0C55B8F1B817}" dt="2021-10-04T11:36:40.617" v="748" actId="1076"/>
          <ac:picMkLst>
            <pc:docMk/>
            <pc:sldMk cId="2624979451" sldId="272"/>
            <ac:picMk id="21" creationId="{FB457A29-CDFA-455F-95E0-7BB530629BB0}"/>
          </ac:picMkLst>
        </pc:picChg>
        <pc:picChg chg="add">
          <ac:chgData name="Adomas Lebedys (al2u18)" userId="S::al2u18@soton.ac.uk::13114830-c8b5-4639-b4ab-cf65fdd09dd7" providerId="AD" clId="Web-{B082D164-AD40-7528-D073-0C55B8F1B817}" dt="2021-10-04T11:22:29.602" v="14"/>
          <ac:picMkLst>
            <pc:docMk/>
            <pc:sldMk cId="2624979451" sldId="272"/>
            <ac:picMk id="29" creationId="{BA16F9D4-32C2-463F-9A1F-A1D5139E0572}"/>
          </ac:picMkLst>
        </pc:picChg>
        <pc:picChg chg="add">
          <ac:chgData name="Adomas Lebedys (al2u18)" userId="S::al2u18@soton.ac.uk::13114830-c8b5-4639-b4ab-cf65fdd09dd7" providerId="AD" clId="Web-{B082D164-AD40-7528-D073-0C55B8F1B817}" dt="2021-10-04T11:22:29.602" v="14"/>
          <ac:picMkLst>
            <pc:docMk/>
            <pc:sldMk cId="2624979451" sldId="272"/>
            <ac:picMk id="30" creationId="{26833057-F9B0-4601-ACC6-ACA0842C4E85}"/>
          </ac:picMkLst>
        </pc:picChg>
        <pc:picChg chg="mod">
          <ac:chgData name="Adomas Lebedys (al2u18)" userId="S::al2u18@soton.ac.uk::13114830-c8b5-4639-b4ab-cf65fdd09dd7" providerId="AD" clId="Web-{B082D164-AD40-7528-D073-0C55B8F1B817}" dt="2021-10-04T11:36:33.976" v="747" actId="1076"/>
          <ac:picMkLst>
            <pc:docMk/>
            <pc:sldMk cId="2624979451" sldId="272"/>
            <ac:picMk id="58" creationId="{25B51251-9284-493E-903A-0F252BEC8426}"/>
          </ac:picMkLst>
        </pc:picChg>
        <pc:cxnChg chg="add mod">
          <ac:chgData name="Adomas Lebedys (al2u18)" userId="S::al2u18@soton.ac.uk::13114830-c8b5-4639-b4ab-cf65fdd09dd7" providerId="AD" clId="Web-{B082D164-AD40-7528-D073-0C55B8F1B817}" dt="2021-10-04T11:36:40.664" v="750" actId="1076"/>
          <ac:cxnSpMkLst>
            <pc:docMk/>
            <pc:sldMk cId="2624979451" sldId="272"/>
            <ac:cxnSpMk id="23" creationId="{071F99E5-258C-4171-AC71-62DFD366A40D}"/>
          </ac:cxnSpMkLst>
        </pc:cxnChg>
        <pc:cxnChg chg="add del mod">
          <ac:chgData name="Adomas Lebedys (al2u18)" userId="S::al2u18@soton.ac.uk::13114830-c8b5-4639-b4ab-cf65fdd09dd7" providerId="AD" clId="Web-{B082D164-AD40-7528-D073-0C55B8F1B817}" dt="2021-10-04T11:23:12.900" v="27"/>
          <ac:cxnSpMkLst>
            <pc:docMk/>
            <pc:sldMk cId="2624979451" sldId="272"/>
            <ac:cxnSpMk id="25" creationId="{550D2E40-FE98-401A-A278-6641840677EF}"/>
          </ac:cxnSpMkLst>
        </pc:cxnChg>
        <pc:cxnChg chg="add mod">
          <ac:chgData name="Adomas Lebedys (al2u18)" userId="S::al2u18@soton.ac.uk::13114830-c8b5-4639-b4ab-cf65fdd09dd7" providerId="AD" clId="Web-{B082D164-AD40-7528-D073-0C55B8F1B817}" dt="2021-10-04T11:36:40.680" v="753" actId="1076"/>
          <ac:cxnSpMkLst>
            <pc:docMk/>
            <pc:sldMk cId="2624979451" sldId="272"/>
            <ac:cxnSpMk id="28" creationId="{9DF816AC-E500-435B-AE2E-D6FF08D54089}"/>
          </ac:cxnSpMkLst>
        </pc:cxnChg>
        <pc:cxnChg chg="del">
          <ac:chgData name="Adomas Lebedys (al2u18)" userId="S::al2u18@soton.ac.uk::13114830-c8b5-4639-b4ab-cf65fdd09dd7" providerId="AD" clId="Web-{B082D164-AD40-7528-D073-0C55B8F1B817}" dt="2021-10-04T11:21:42.585" v="0"/>
          <ac:cxnSpMkLst>
            <pc:docMk/>
            <pc:sldMk cId="2624979451" sldId="272"/>
            <ac:cxnSpMk id="60" creationId="{8F585C76-5B70-4B0F-9EA4-6A1121818857}"/>
          </ac:cxnSpMkLst>
        </pc:cxnChg>
        <pc:cxnChg chg="mod">
          <ac:chgData name="Adomas Lebedys (al2u18)" userId="S::al2u18@soton.ac.uk::13114830-c8b5-4639-b4ab-cf65fdd09dd7" providerId="AD" clId="Web-{B082D164-AD40-7528-D073-0C55B8F1B817}" dt="2021-10-04T11:22:44.415" v="19" actId="14100"/>
          <ac:cxnSpMkLst>
            <pc:docMk/>
            <pc:sldMk cId="2624979451" sldId="272"/>
            <ac:cxnSpMk id="62" creationId="{1699FB12-687D-4A10-82B7-A25E39653DA8}"/>
          </ac:cxnSpMkLst>
        </pc:cxnChg>
        <pc:cxnChg chg="mod">
          <ac:chgData name="Adomas Lebedys (al2u18)" userId="S::al2u18@soton.ac.uk::13114830-c8b5-4639-b4ab-cf65fdd09dd7" providerId="AD" clId="Web-{B082D164-AD40-7528-D073-0C55B8F1B817}" dt="2021-10-04T11:23:56.525" v="36" actId="14100"/>
          <ac:cxnSpMkLst>
            <pc:docMk/>
            <pc:sldMk cId="2624979451" sldId="272"/>
            <ac:cxnSpMk id="63" creationId="{6E4BDB4E-34F7-4ACB-8596-08730918F535}"/>
          </ac:cxnSpMkLst>
        </pc:cxnChg>
      </pc:sldChg>
      <pc:sldChg chg="addSp modSp addCm">
        <pc:chgData name="Adomas Lebedys (al2u18)" userId="S::al2u18@soton.ac.uk::13114830-c8b5-4639-b4ab-cf65fdd09dd7" providerId="AD" clId="Web-{B082D164-AD40-7528-D073-0C55B8F1B817}" dt="2021-10-04T11:48:18.755" v="906"/>
        <pc:sldMkLst>
          <pc:docMk/>
          <pc:sldMk cId="3486083925" sldId="274"/>
        </pc:sldMkLst>
        <pc:spChg chg="mod">
          <ac:chgData name="Adomas Lebedys (al2u18)" userId="S::al2u18@soton.ac.uk::13114830-c8b5-4639-b4ab-cf65fdd09dd7" providerId="AD" clId="Web-{B082D164-AD40-7528-D073-0C55B8F1B817}" dt="2021-10-04T11:38:24.775" v="787" actId="14100"/>
          <ac:spMkLst>
            <pc:docMk/>
            <pc:sldMk cId="3486083925" sldId="274"/>
            <ac:spMk id="3" creationId="{A46AA4A6-D48C-40E2-9DCE-C77C19766718}"/>
          </ac:spMkLst>
        </pc:spChg>
        <pc:spChg chg="add mod">
          <ac:chgData name="Adomas Lebedys (al2u18)" userId="S::al2u18@soton.ac.uk::13114830-c8b5-4639-b4ab-cf65fdd09dd7" providerId="AD" clId="Web-{B082D164-AD40-7528-D073-0C55B8F1B817}" dt="2021-10-04T11:41:20.169" v="840" actId="20577"/>
          <ac:spMkLst>
            <pc:docMk/>
            <pc:sldMk cId="3486083925" sldId="274"/>
            <ac:spMk id="4" creationId="{D0545D93-FCBA-4965-91D9-CF95DF7C6FF6}"/>
          </ac:spMkLst>
        </pc:spChg>
        <pc:spChg chg="mod">
          <ac:chgData name="Adomas Lebedys (al2u18)" userId="S::al2u18@soton.ac.uk::13114830-c8b5-4639-b4ab-cf65fdd09dd7" providerId="AD" clId="Web-{B082D164-AD40-7528-D073-0C55B8F1B817}" dt="2021-10-04T11:40:41.465" v="827" actId="1076"/>
          <ac:spMkLst>
            <pc:docMk/>
            <pc:sldMk cId="3486083925" sldId="274"/>
            <ac:spMk id="6" creationId="{116CE4A9-9525-44CB-82CE-2ADC6F7031BA}"/>
          </ac:spMkLst>
        </pc:spChg>
        <pc:spChg chg="add mod">
          <ac:chgData name="Adomas Lebedys (al2u18)" userId="S::al2u18@soton.ac.uk::13114830-c8b5-4639-b4ab-cf65fdd09dd7" providerId="AD" clId="Web-{B082D164-AD40-7528-D073-0C55B8F1B817}" dt="2021-10-04T11:40:50.403" v="830" actId="1076"/>
          <ac:spMkLst>
            <pc:docMk/>
            <pc:sldMk cId="3486083925" sldId="274"/>
            <ac:spMk id="8" creationId="{B5C88CF0-76C1-4BAC-A97C-C51A2223E003}"/>
          </ac:spMkLst>
        </pc:spChg>
        <pc:picChg chg="mod">
          <ac:chgData name="Adomas Lebedys (al2u18)" userId="S::al2u18@soton.ac.uk::13114830-c8b5-4639-b4ab-cf65fdd09dd7" providerId="AD" clId="Web-{B082D164-AD40-7528-D073-0C55B8F1B817}" dt="2021-10-04T11:40:54.903" v="831" actId="1076"/>
          <ac:picMkLst>
            <pc:docMk/>
            <pc:sldMk cId="3486083925" sldId="274"/>
            <ac:picMk id="5" creationId="{F6644811-3C9D-4D7A-B4C0-648A1D71ED24}"/>
          </ac:picMkLst>
        </pc:picChg>
        <pc:picChg chg="mod">
          <ac:chgData name="Adomas Lebedys (al2u18)" userId="S::al2u18@soton.ac.uk::13114830-c8b5-4639-b4ab-cf65fdd09dd7" providerId="AD" clId="Web-{B082D164-AD40-7528-D073-0C55B8F1B817}" dt="2021-10-04T11:40:47.622" v="829" actId="1076"/>
          <ac:picMkLst>
            <pc:docMk/>
            <pc:sldMk cId="3486083925" sldId="274"/>
            <ac:picMk id="7" creationId="{A7B48798-DDB8-4E48-826C-E18489152F5A}"/>
          </ac:picMkLst>
        </pc:picChg>
      </pc:sldChg>
      <pc:sldChg chg="addSp delSp modSp add replId modNotes">
        <pc:chgData name="Adomas Lebedys (al2u18)" userId="S::al2u18@soton.ac.uk::13114830-c8b5-4639-b4ab-cf65fdd09dd7" providerId="AD" clId="Web-{B082D164-AD40-7528-D073-0C55B8F1B817}" dt="2021-10-04T11:33:22.926" v="360"/>
        <pc:sldMkLst>
          <pc:docMk/>
          <pc:sldMk cId="2181198675" sldId="275"/>
        </pc:sldMkLst>
        <pc:spChg chg="del mod">
          <ac:chgData name="Adomas Lebedys (al2u18)" userId="S::al2u18@soton.ac.uk::13114830-c8b5-4639-b4ab-cf65fdd09dd7" providerId="AD" clId="Web-{B082D164-AD40-7528-D073-0C55B8F1B817}" dt="2021-10-04T11:31:19.408" v="119"/>
          <ac:spMkLst>
            <pc:docMk/>
            <pc:sldMk cId="2181198675" sldId="275"/>
            <ac:spMk id="2" creationId="{4F1D9451-1864-458E-A319-44548F20E466}"/>
          </ac:spMkLst>
        </pc:spChg>
        <pc:spChg chg="del">
          <ac:chgData name="Adomas Lebedys (al2u18)" userId="S::al2u18@soton.ac.uk::13114830-c8b5-4639-b4ab-cf65fdd09dd7" providerId="AD" clId="Web-{B082D164-AD40-7528-D073-0C55B8F1B817}" dt="2021-10-04T11:31:21.143" v="120"/>
          <ac:spMkLst>
            <pc:docMk/>
            <pc:sldMk cId="2181198675" sldId="275"/>
            <ac:spMk id="3" creationId="{931ABE26-41AE-43B1-BA43-5BE035A99887}"/>
          </ac:spMkLst>
        </pc:spChg>
        <pc:spChg chg="del">
          <ac:chgData name="Adomas Lebedys (al2u18)" userId="S::al2u18@soton.ac.uk::13114830-c8b5-4639-b4ab-cf65fdd09dd7" providerId="AD" clId="Web-{B082D164-AD40-7528-D073-0C55B8F1B817}" dt="2021-10-04T11:31:30.971" v="124"/>
          <ac:spMkLst>
            <pc:docMk/>
            <pc:sldMk cId="2181198675" sldId="275"/>
            <ac:spMk id="5" creationId="{A7DD02B2-1CC5-464B-81C0-1E26BB6ED51C}"/>
          </ac:spMkLst>
        </pc:spChg>
        <pc:spChg chg="add del mod">
          <ac:chgData name="Adomas Lebedys (al2u18)" userId="S::al2u18@soton.ac.uk::13114830-c8b5-4639-b4ab-cf65fdd09dd7" providerId="AD" clId="Web-{B082D164-AD40-7528-D073-0C55B8F1B817}" dt="2021-10-04T11:31:23.861" v="122"/>
          <ac:spMkLst>
            <pc:docMk/>
            <pc:sldMk cId="2181198675" sldId="275"/>
            <ac:spMk id="7" creationId="{8B76EF15-4BEE-49E8-AD7D-9EB8A683B12F}"/>
          </ac:spMkLst>
        </pc:spChg>
        <pc:spChg chg="add del mod">
          <ac:chgData name="Adomas Lebedys (al2u18)" userId="S::al2u18@soton.ac.uk::13114830-c8b5-4639-b4ab-cf65fdd09dd7" providerId="AD" clId="Web-{B082D164-AD40-7528-D073-0C55B8F1B817}" dt="2021-10-04T11:31:26.127" v="123"/>
          <ac:spMkLst>
            <pc:docMk/>
            <pc:sldMk cId="2181198675" sldId="275"/>
            <ac:spMk id="9" creationId="{882AAB1F-6FCF-4673-AFEE-E9ED18ECD6B1}"/>
          </ac:spMkLst>
        </pc:spChg>
        <pc:spChg chg="add">
          <ac:chgData name="Adomas Lebedys (al2u18)" userId="S::al2u18@soton.ac.uk::13114830-c8b5-4639-b4ab-cf65fdd09dd7" providerId="AD" clId="Web-{B082D164-AD40-7528-D073-0C55B8F1B817}" dt="2021-10-04T11:31:32.330" v="125"/>
          <ac:spMkLst>
            <pc:docMk/>
            <pc:sldMk cId="2181198675" sldId="275"/>
            <ac:spMk id="11" creationId="{DB4F4386-DA27-426F-8CDC-F01A3D5C065B}"/>
          </ac:spMkLst>
        </pc:spChg>
        <pc:spChg chg="add">
          <ac:chgData name="Adomas Lebedys (al2u18)" userId="S::al2u18@soton.ac.uk::13114830-c8b5-4639-b4ab-cf65fdd09dd7" providerId="AD" clId="Web-{B082D164-AD40-7528-D073-0C55B8F1B817}" dt="2021-10-04T11:31:32.330" v="125"/>
          <ac:spMkLst>
            <pc:docMk/>
            <pc:sldMk cId="2181198675" sldId="275"/>
            <ac:spMk id="13" creationId="{69825BAB-2884-4EFA-9C48-6C6292D6F511}"/>
          </ac:spMkLst>
        </pc:spChg>
        <pc:spChg chg="add">
          <ac:chgData name="Adomas Lebedys (al2u18)" userId="S::al2u18@soton.ac.uk::13114830-c8b5-4639-b4ab-cf65fdd09dd7" providerId="AD" clId="Web-{B082D164-AD40-7528-D073-0C55B8F1B817}" dt="2021-10-04T11:31:32.330" v="125"/>
          <ac:spMkLst>
            <pc:docMk/>
            <pc:sldMk cId="2181198675" sldId="275"/>
            <ac:spMk id="15" creationId="{07FA21D7-86D0-4BDF-A90E-645099651D6A}"/>
          </ac:spMkLst>
        </pc:spChg>
        <pc:spChg chg="add">
          <ac:chgData name="Adomas Lebedys (al2u18)" userId="S::al2u18@soton.ac.uk::13114830-c8b5-4639-b4ab-cf65fdd09dd7" providerId="AD" clId="Web-{B082D164-AD40-7528-D073-0C55B8F1B817}" dt="2021-10-04T11:31:32.330" v="125"/>
          <ac:spMkLst>
            <pc:docMk/>
            <pc:sldMk cId="2181198675" sldId="275"/>
            <ac:spMk id="17" creationId="{708BABAA-22AA-4113-9877-EEBFAF811879}"/>
          </ac:spMkLst>
        </pc:spChg>
        <pc:spChg chg="add">
          <ac:chgData name="Adomas Lebedys (al2u18)" userId="S::al2u18@soton.ac.uk::13114830-c8b5-4639-b4ab-cf65fdd09dd7" providerId="AD" clId="Web-{B082D164-AD40-7528-D073-0C55B8F1B817}" dt="2021-10-04T11:31:32.330" v="125"/>
          <ac:spMkLst>
            <pc:docMk/>
            <pc:sldMk cId="2181198675" sldId="275"/>
            <ac:spMk id="19" creationId="{6D500F59-EFB8-47A5-9E3D-98D2C6B38560}"/>
          </ac:spMkLst>
        </pc:spChg>
        <pc:spChg chg="add">
          <ac:chgData name="Adomas Lebedys (al2u18)" userId="S::al2u18@soton.ac.uk::13114830-c8b5-4639-b4ab-cf65fdd09dd7" providerId="AD" clId="Web-{B082D164-AD40-7528-D073-0C55B8F1B817}" dt="2021-10-04T11:31:32.330" v="125"/>
          <ac:spMkLst>
            <pc:docMk/>
            <pc:sldMk cId="2181198675" sldId="275"/>
            <ac:spMk id="21" creationId="{0FF3BE39-18B5-4CA9-8654-733749CA0558}"/>
          </ac:spMkLst>
        </pc:spChg>
        <pc:spChg chg="add">
          <ac:chgData name="Adomas Lebedys (al2u18)" userId="S::al2u18@soton.ac.uk::13114830-c8b5-4639-b4ab-cf65fdd09dd7" providerId="AD" clId="Web-{B082D164-AD40-7528-D073-0C55B8F1B817}" dt="2021-10-04T11:31:32.330" v="125"/>
          <ac:spMkLst>
            <pc:docMk/>
            <pc:sldMk cId="2181198675" sldId="275"/>
            <ac:spMk id="23" creationId="{54CB58B9-C6B3-476A-ADAC-156C9074F192}"/>
          </ac:spMkLst>
        </pc:spChg>
        <pc:picChg chg="del">
          <ac:chgData name="Adomas Lebedys (al2u18)" userId="S::al2u18@soton.ac.uk::13114830-c8b5-4639-b4ab-cf65fdd09dd7" providerId="AD" clId="Web-{B082D164-AD40-7528-D073-0C55B8F1B817}" dt="2021-10-04T11:31:22.361" v="121"/>
          <ac:picMkLst>
            <pc:docMk/>
            <pc:sldMk cId="2181198675" sldId="275"/>
            <ac:picMk id="4" creationId="{C385854E-DD4C-4428-9135-439278546FB4}"/>
          </ac:picMkLst>
        </pc:picChg>
        <pc:picChg chg="add">
          <ac:chgData name="Adomas Lebedys (al2u18)" userId="S::al2u18@soton.ac.uk::13114830-c8b5-4639-b4ab-cf65fdd09dd7" providerId="AD" clId="Web-{B082D164-AD40-7528-D073-0C55B8F1B817}" dt="2021-10-04T11:31:32.330" v="125"/>
          <ac:picMkLst>
            <pc:docMk/>
            <pc:sldMk cId="2181198675" sldId="275"/>
            <ac:picMk id="10" creationId="{04BE7C5A-87BF-49CD-A7A5-48F09D26F3A7}"/>
          </ac:picMkLst>
        </pc:picChg>
        <pc:cxnChg chg="add">
          <ac:chgData name="Adomas Lebedys (al2u18)" userId="S::al2u18@soton.ac.uk::13114830-c8b5-4639-b4ab-cf65fdd09dd7" providerId="AD" clId="Web-{B082D164-AD40-7528-D073-0C55B8F1B817}" dt="2021-10-04T11:31:32.330" v="125"/>
          <ac:cxnSpMkLst>
            <pc:docMk/>
            <pc:sldMk cId="2181198675" sldId="275"/>
            <ac:cxnSpMk id="12" creationId="{C23149ED-44F6-434B-85C5-6264B6B464C8}"/>
          </ac:cxnSpMkLst>
        </pc:cxnChg>
        <pc:cxnChg chg="add">
          <ac:chgData name="Adomas Lebedys (al2u18)" userId="S::al2u18@soton.ac.uk::13114830-c8b5-4639-b4ab-cf65fdd09dd7" providerId="AD" clId="Web-{B082D164-AD40-7528-D073-0C55B8F1B817}" dt="2021-10-04T11:31:32.330" v="125"/>
          <ac:cxnSpMkLst>
            <pc:docMk/>
            <pc:sldMk cId="2181198675" sldId="275"/>
            <ac:cxnSpMk id="14" creationId="{770BC18A-945A-41E6-AF39-49DD1FFC7651}"/>
          </ac:cxnSpMkLst>
        </pc:cxnChg>
        <pc:cxnChg chg="add">
          <ac:chgData name="Adomas Lebedys (al2u18)" userId="S::al2u18@soton.ac.uk::13114830-c8b5-4639-b4ab-cf65fdd09dd7" providerId="AD" clId="Web-{B082D164-AD40-7528-D073-0C55B8F1B817}" dt="2021-10-04T11:31:32.330" v="125"/>
          <ac:cxnSpMkLst>
            <pc:docMk/>
            <pc:sldMk cId="2181198675" sldId="275"/>
            <ac:cxnSpMk id="16" creationId="{65B4F3A6-67A1-4E46-B5D9-EB91EF62F517}"/>
          </ac:cxnSpMkLst>
        </pc:cxnChg>
        <pc:cxnChg chg="add">
          <ac:chgData name="Adomas Lebedys (al2u18)" userId="S::al2u18@soton.ac.uk::13114830-c8b5-4639-b4ab-cf65fdd09dd7" providerId="AD" clId="Web-{B082D164-AD40-7528-D073-0C55B8F1B817}" dt="2021-10-04T11:31:32.330" v="125"/>
          <ac:cxnSpMkLst>
            <pc:docMk/>
            <pc:sldMk cId="2181198675" sldId="275"/>
            <ac:cxnSpMk id="18" creationId="{C0542522-6C3E-4BF6-A3B6-535981EDDA41}"/>
          </ac:cxnSpMkLst>
        </pc:cxnChg>
        <pc:cxnChg chg="add">
          <ac:chgData name="Adomas Lebedys (al2u18)" userId="S::al2u18@soton.ac.uk::13114830-c8b5-4639-b4ab-cf65fdd09dd7" providerId="AD" clId="Web-{B082D164-AD40-7528-D073-0C55B8F1B817}" dt="2021-10-04T11:31:32.330" v="125"/>
          <ac:cxnSpMkLst>
            <pc:docMk/>
            <pc:sldMk cId="2181198675" sldId="275"/>
            <ac:cxnSpMk id="20" creationId="{716010DC-E0B2-4C0A-B295-709DD4970703}"/>
          </ac:cxnSpMkLst>
        </pc:cxnChg>
        <pc:cxnChg chg="add">
          <ac:chgData name="Adomas Lebedys (al2u18)" userId="S::al2u18@soton.ac.uk::13114830-c8b5-4639-b4ab-cf65fdd09dd7" providerId="AD" clId="Web-{B082D164-AD40-7528-D073-0C55B8F1B817}" dt="2021-10-04T11:31:32.330" v="125"/>
          <ac:cxnSpMkLst>
            <pc:docMk/>
            <pc:sldMk cId="2181198675" sldId="275"/>
            <ac:cxnSpMk id="22" creationId="{0307E8F2-5D18-419E-953E-0439A71631F3}"/>
          </ac:cxnSpMkLst>
        </pc:cxnChg>
      </pc:sldChg>
      <pc:sldChg chg="add ord replId modNotes">
        <pc:chgData name="Adomas Lebedys (al2u18)" userId="S::al2u18@soton.ac.uk::13114830-c8b5-4639-b4ab-cf65fdd09dd7" providerId="AD" clId="Web-{B082D164-AD40-7528-D073-0C55B8F1B817}" dt="2021-10-04T11:35:34.991" v="731"/>
        <pc:sldMkLst>
          <pc:docMk/>
          <pc:sldMk cId="4037046372" sldId="276"/>
        </pc:sldMkLst>
      </pc:sldChg>
      <pc:sldChg chg="addSp delSp modSp add mod ord replId modClrScheme addCm chgLayout">
        <pc:chgData name="Adomas Lebedys (al2u18)" userId="S::al2u18@soton.ac.uk::13114830-c8b5-4639-b4ab-cf65fdd09dd7" providerId="AD" clId="Web-{B082D164-AD40-7528-D073-0C55B8F1B817}" dt="2021-10-04T11:59:48.908" v="908" actId="1076"/>
        <pc:sldMkLst>
          <pc:docMk/>
          <pc:sldMk cId="3054045497" sldId="277"/>
        </pc:sldMkLst>
        <pc:spChg chg="del">
          <ac:chgData name="Adomas Lebedys (al2u18)" userId="S::al2u18@soton.ac.uk::13114830-c8b5-4639-b4ab-cf65fdd09dd7" providerId="AD" clId="Web-{B082D164-AD40-7528-D073-0C55B8F1B817}" dt="2021-10-04T11:45:02.189" v="879"/>
          <ac:spMkLst>
            <pc:docMk/>
            <pc:sldMk cId="3054045497" sldId="277"/>
            <ac:spMk id="2" creationId="{9F3BFEC1-0428-49A7-9F31-3CFA686C9863}"/>
          </ac:spMkLst>
        </pc:spChg>
        <pc:spChg chg="add del mod">
          <ac:chgData name="Adomas Lebedys (al2u18)" userId="S::al2u18@soton.ac.uk::13114830-c8b5-4639-b4ab-cf65fdd09dd7" providerId="AD" clId="Web-{B082D164-AD40-7528-D073-0C55B8F1B817}" dt="2021-10-04T11:45:14.861" v="881"/>
          <ac:spMkLst>
            <pc:docMk/>
            <pc:sldMk cId="3054045497" sldId="277"/>
            <ac:spMk id="7" creationId="{962D32AB-837E-4D0A-9A84-D506FFB19CF4}"/>
          </ac:spMkLst>
        </pc:spChg>
        <pc:picChg chg="del">
          <ac:chgData name="Adomas Lebedys (al2u18)" userId="S::al2u18@soton.ac.uk::13114830-c8b5-4639-b4ab-cf65fdd09dd7" providerId="AD" clId="Web-{B082D164-AD40-7528-D073-0C55B8F1B817}" dt="2021-10-04T11:45:00.282" v="877"/>
          <ac:picMkLst>
            <pc:docMk/>
            <pc:sldMk cId="3054045497" sldId="277"/>
            <ac:picMk id="3" creationId="{F944AD2D-2D1D-48A8-8667-4604E7694BFC}"/>
          </ac:picMkLst>
        </pc:picChg>
        <pc:picChg chg="del">
          <ac:chgData name="Adomas Lebedys (al2u18)" userId="S::al2u18@soton.ac.uk::13114830-c8b5-4639-b4ab-cf65fdd09dd7" providerId="AD" clId="Web-{B082D164-AD40-7528-D073-0C55B8F1B817}" dt="2021-10-04T11:44:58.720" v="876"/>
          <ac:picMkLst>
            <pc:docMk/>
            <pc:sldMk cId="3054045497" sldId="277"/>
            <ac:picMk id="4" creationId="{5F18A936-40E4-440B-809F-4479968FFFA9}"/>
          </ac:picMkLst>
        </pc:picChg>
        <pc:picChg chg="del">
          <ac:chgData name="Adomas Lebedys (al2u18)" userId="S::al2u18@soton.ac.uk::13114830-c8b5-4639-b4ab-cf65fdd09dd7" providerId="AD" clId="Web-{B082D164-AD40-7528-D073-0C55B8F1B817}" dt="2021-10-04T11:45:00.282" v="878"/>
          <ac:picMkLst>
            <pc:docMk/>
            <pc:sldMk cId="3054045497" sldId="277"/>
            <ac:picMk id="5" creationId="{1828FAAA-4F4A-4958-8EE1-D911A5DA9FE3}"/>
          </ac:picMkLst>
        </pc:picChg>
        <pc:picChg chg="del">
          <ac:chgData name="Adomas Lebedys (al2u18)" userId="S::al2u18@soton.ac.uk::13114830-c8b5-4639-b4ab-cf65fdd09dd7" providerId="AD" clId="Web-{B082D164-AD40-7528-D073-0C55B8F1B817}" dt="2021-10-04T11:44:58.720" v="875"/>
          <ac:picMkLst>
            <pc:docMk/>
            <pc:sldMk cId="3054045497" sldId="277"/>
            <ac:picMk id="8" creationId="{7E9F82F2-8B12-422B-A05B-0788382D91F8}"/>
          </ac:picMkLst>
        </pc:picChg>
        <pc:picChg chg="add mod">
          <ac:chgData name="Adomas Lebedys (al2u18)" userId="S::al2u18@soton.ac.uk::13114830-c8b5-4639-b4ab-cf65fdd09dd7" providerId="AD" clId="Web-{B082D164-AD40-7528-D073-0C55B8F1B817}" dt="2021-10-04T11:59:48.908" v="908" actId="1076"/>
          <ac:picMkLst>
            <pc:docMk/>
            <pc:sldMk cId="3054045497" sldId="277"/>
            <ac:picMk id="9" creationId="{04D2B440-45A8-46B7-8769-558FBEC2C450}"/>
          </ac:picMkLst>
        </pc:picChg>
      </pc:sldChg>
    </pc:docChg>
  </pc:docChgLst>
  <pc:docChgLst>
    <pc:chgData name="Adomas Lebedys (al2u18)" userId="S::al2u18@soton.ac.uk::13114830-c8b5-4639-b4ab-cf65fdd09dd7" providerId="AD" clId="Web-{86F46B1B-F894-48DB-8A27-764FC7B9D298}"/>
    <pc:docChg chg="addSld delSld modSld sldOrd">
      <pc:chgData name="Adomas Lebedys (al2u18)" userId="S::al2u18@soton.ac.uk::13114830-c8b5-4639-b4ab-cf65fdd09dd7" providerId="AD" clId="Web-{86F46B1B-F894-48DB-8A27-764FC7B9D298}" dt="2021-10-03T09:54:39.479" v="811" actId="20577"/>
      <pc:docMkLst>
        <pc:docMk/>
      </pc:docMkLst>
      <pc:sldChg chg="addSp modSp">
        <pc:chgData name="Adomas Lebedys (al2u18)" userId="S::al2u18@soton.ac.uk::13114830-c8b5-4639-b4ab-cf65fdd09dd7" providerId="AD" clId="Web-{86F46B1B-F894-48DB-8A27-764FC7B9D298}" dt="2021-10-03T09:30:09.333" v="158" actId="20577"/>
        <pc:sldMkLst>
          <pc:docMk/>
          <pc:sldMk cId="2872556588" sldId="258"/>
        </pc:sldMkLst>
        <pc:spChg chg="mod">
          <ac:chgData name="Adomas Lebedys (al2u18)" userId="S::al2u18@soton.ac.uk::13114830-c8b5-4639-b4ab-cf65fdd09dd7" providerId="AD" clId="Web-{86F46B1B-F894-48DB-8A27-764FC7B9D298}" dt="2021-10-03T09:30:09.333" v="158" actId="20577"/>
          <ac:spMkLst>
            <pc:docMk/>
            <pc:sldMk cId="2872556588" sldId="258"/>
            <ac:spMk id="3" creationId="{812F1C01-7638-4C1D-B4B0-B4494EB2AC2A}"/>
          </ac:spMkLst>
        </pc:spChg>
        <pc:spChg chg="mod">
          <ac:chgData name="Adomas Lebedys (al2u18)" userId="S::al2u18@soton.ac.uk::13114830-c8b5-4639-b4ab-cf65fdd09dd7" providerId="AD" clId="Web-{86F46B1B-F894-48DB-8A27-764FC7B9D298}" dt="2021-10-03T09:21:36.039" v="12" actId="1076"/>
          <ac:spMkLst>
            <pc:docMk/>
            <pc:sldMk cId="2872556588" sldId="258"/>
            <ac:spMk id="5" creationId="{35D7EF74-E621-46E4-9013-7F178222810E}"/>
          </ac:spMkLst>
        </pc:spChg>
        <pc:picChg chg="mod">
          <ac:chgData name="Adomas Lebedys (al2u18)" userId="S::al2u18@soton.ac.uk::13114830-c8b5-4639-b4ab-cf65fdd09dd7" providerId="AD" clId="Web-{86F46B1B-F894-48DB-8A27-764FC7B9D298}" dt="2021-10-03T09:21:29.070" v="8" actId="1076"/>
          <ac:picMkLst>
            <pc:docMk/>
            <pc:sldMk cId="2872556588" sldId="258"/>
            <ac:picMk id="4" creationId="{FD60F85E-C95E-4DFE-8E36-A53DEAEFE215}"/>
          </ac:picMkLst>
        </pc:picChg>
        <pc:picChg chg="add mod">
          <ac:chgData name="Adomas Lebedys (al2u18)" userId="S::al2u18@soton.ac.uk::13114830-c8b5-4639-b4ab-cf65fdd09dd7" providerId="AD" clId="Web-{86F46B1B-F894-48DB-8A27-764FC7B9D298}" dt="2021-10-03T09:21:44.945" v="15" actId="1076"/>
          <ac:picMkLst>
            <pc:docMk/>
            <pc:sldMk cId="2872556588" sldId="258"/>
            <ac:picMk id="6" creationId="{77CB2713-D5D7-4034-BD07-3B90CC8A7088}"/>
          </ac:picMkLst>
        </pc:picChg>
      </pc:sldChg>
      <pc:sldChg chg="addSp modSp">
        <pc:chgData name="Adomas Lebedys (al2u18)" userId="S::al2u18@soton.ac.uk::13114830-c8b5-4639-b4ab-cf65fdd09dd7" providerId="AD" clId="Web-{86F46B1B-F894-48DB-8A27-764FC7B9D298}" dt="2021-10-03T09:35:08.999" v="246" actId="1076"/>
        <pc:sldMkLst>
          <pc:docMk/>
          <pc:sldMk cId="70479558" sldId="261"/>
        </pc:sldMkLst>
        <pc:spChg chg="add mod">
          <ac:chgData name="Adomas Lebedys (al2u18)" userId="S::al2u18@soton.ac.uk::13114830-c8b5-4639-b4ab-cf65fdd09dd7" providerId="AD" clId="Web-{86F46B1B-F894-48DB-8A27-764FC7B9D298}" dt="2021-10-03T09:35:08.999" v="246" actId="1076"/>
          <ac:spMkLst>
            <pc:docMk/>
            <pc:sldMk cId="70479558" sldId="261"/>
            <ac:spMk id="5" creationId="{99056909-9196-4A2C-B8B9-810118A8D73F}"/>
          </ac:spMkLst>
        </pc:spChg>
      </pc:sldChg>
      <pc:sldChg chg="del">
        <pc:chgData name="Adomas Lebedys (al2u18)" userId="S::al2u18@soton.ac.uk::13114830-c8b5-4639-b4ab-cf65fdd09dd7" providerId="AD" clId="Web-{86F46B1B-F894-48DB-8A27-764FC7B9D298}" dt="2021-10-03T09:27:45.594" v="74"/>
        <pc:sldMkLst>
          <pc:docMk/>
          <pc:sldMk cId="266832973" sldId="262"/>
        </pc:sldMkLst>
      </pc:sldChg>
      <pc:sldChg chg="addSp modSp delCm modNotes">
        <pc:chgData name="Adomas Lebedys (al2u18)" userId="S::al2u18@soton.ac.uk::13114830-c8b5-4639-b4ab-cf65fdd09dd7" providerId="AD" clId="Web-{86F46B1B-F894-48DB-8A27-764FC7B9D298}" dt="2021-10-03T09:50:23.130" v="587"/>
        <pc:sldMkLst>
          <pc:docMk/>
          <pc:sldMk cId="1071121039" sldId="263"/>
        </pc:sldMkLst>
        <pc:spChg chg="add mod">
          <ac:chgData name="Adomas Lebedys (al2u18)" userId="S::al2u18@soton.ac.uk::13114830-c8b5-4639-b4ab-cf65fdd09dd7" providerId="AD" clId="Web-{86F46B1B-F894-48DB-8A27-764FC7B9D298}" dt="2021-10-03T09:27:34.094" v="73" actId="20577"/>
          <ac:spMkLst>
            <pc:docMk/>
            <pc:sldMk cId="1071121039" sldId="263"/>
            <ac:spMk id="5" creationId="{0032BB51-0DF5-427D-8385-02B5697B13C5}"/>
          </ac:spMkLst>
        </pc:spChg>
      </pc:sldChg>
      <pc:sldChg chg="addSp delSp modSp">
        <pc:chgData name="Adomas Lebedys (al2u18)" userId="S::al2u18@soton.ac.uk::13114830-c8b5-4639-b4ab-cf65fdd09dd7" providerId="AD" clId="Web-{86F46B1B-F894-48DB-8A27-764FC7B9D298}" dt="2021-10-03T09:37:16.096" v="315" actId="20577"/>
        <pc:sldMkLst>
          <pc:docMk/>
          <pc:sldMk cId="952771496" sldId="264"/>
        </pc:sldMkLst>
        <pc:spChg chg="add mod">
          <ac:chgData name="Adomas Lebedys (al2u18)" userId="S::al2u18@soton.ac.uk::13114830-c8b5-4639-b4ab-cf65fdd09dd7" providerId="AD" clId="Web-{86F46B1B-F894-48DB-8A27-764FC7B9D298}" dt="2021-10-03T09:37:16.096" v="315" actId="20577"/>
          <ac:spMkLst>
            <pc:docMk/>
            <pc:sldMk cId="952771496" sldId="264"/>
            <ac:spMk id="34" creationId="{F0DF704E-7CAB-4380-9630-5D81C8EFC8B3}"/>
          </ac:spMkLst>
        </pc:spChg>
        <pc:graphicFrameChg chg="del">
          <ac:chgData name="Adomas Lebedys (al2u18)" userId="S::al2u18@soton.ac.uk::13114830-c8b5-4639-b4ab-cf65fdd09dd7" providerId="AD" clId="Web-{86F46B1B-F894-48DB-8A27-764FC7B9D298}" dt="2021-10-03T09:35:59.969" v="247"/>
          <ac:graphicFrameMkLst>
            <pc:docMk/>
            <pc:sldMk cId="952771496" sldId="264"/>
            <ac:graphicFrameMk id="5" creationId="{3D224510-D6A5-4CD6-A0A4-F8F07CB809DD}"/>
          </ac:graphicFrameMkLst>
        </pc:graphicFrameChg>
      </pc:sldChg>
      <pc:sldChg chg="addSp modSp">
        <pc:chgData name="Adomas Lebedys (al2u18)" userId="S::al2u18@soton.ac.uk::13114830-c8b5-4639-b4ab-cf65fdd09dd7" providerId="AD" clId="Web-{86F46B1B-F894-48DB-8A27-764FC7B9D298}" dt="2021-10-03T09:34:24.451" v="225" actId="20577"/>
        <pc:sldMkLst>
          <pc:docMk/>
          <pc:sldMk cId="4273636232" sldId="266"/>
        </pc:sldMkLst>
        <pc:spChg chg="add mod">
          <ac:chgData name="Adomas Lebedys (al2u18)" userId="S::al2u18@soton.ac.uk::13114830-c8b5-4639-b4ab-cf65fdd09dd7" providerId="AD" clId="Web-{86F46B1B-F894-48DB-8A27-764FC7B9D298}" dt="2021-10-03T09:34:24.451" v="225" actId="20577"/>
          <ac:spMkLst>
            <pc:docMk/>
            <pc:sldMk cId="4273636232" sldId="266"/>
            <ac:spMk id="4" creationId="{48BA68EE-6051-4745-97A0-A748ECA5C904}"/>
          </ac:spMkLst>
        </pc:spChg>
      </pc:sldChg>
      <pc:sldChg chg="delCm modNotes">
        <pc:chgData name="Adomas Lebedys (al2u18)" userId="S::al2u18@soton.ac.uk::13114830-c8b5-4639-b4ab-cf65fdd09dd7" providerId="AD" clId="Web-{86F46B1B-F894-48DB-8A27-764FC7B9D298}" dt="2021-10-03T09:50:10.255" v="585"/>
        <pc:sldMkLst>
          <pc:docMk/>
          <pc:sldMk cId="4161741272" sldId="268"/>
        </pc:sldMkLst>
      </pc:sldChg>
      <pc:sldChg chg="delSp">
        <pc:chgData name="Adomas Lebedys (al2u18)" userId="S::al2u18@soton.ac.uk::13114830-c8b5-4639-b4ab-cf65fdd09dd7" providerId="AD" clId="Web-{86F46B1B-F894-48DB-8A27-764FC7B9D298}" dt="2021-10-03T09:28:03.252" v="76"/>
        <pc:sldMkLst>
          <pc:docMk/>
          <pc:sldMk cId="1064561915" sldId="269"/>
        </pc:sldMkLst>
        <pc:spChg chg="del">
          <ac:chgData name="Adomas Lebedys (al2u18)" userId="S::al2u18@soton.ac.uk::13114830-c8b5-4639-b4ab-cf65fdd09dd7" providerId="AD" clId="Web-{86F46B1B-F894-48DB-8A27-764FC7B9D298}" dt="2021-10-03T09:28:03.252" v="76"/>
          <ac:spMkLst>
            <pc:docMk/>
            <pc:sldMk cId="1064561915" sldId="269"/>
            <ac:spMk id="7" creationId="{5E106BFB-2159-471B-9435-5FFAD442E641}"/>
          </ac:spMkLst>
        </pc:spChg>
      </pc:sldChg>
      <pc:sldChg chg="addSp delSp modSp">
        <pc:chgData name="Adomas Lebedys (al2u18)" userId="S::al2u18@soton.ac.uk::13114830-c8b5-4639-b4ab-cf65fdd09dd7" providerId="AD" clId="Web-{86F46B1B-F894-48DB-8A27-764FC7B9D298}" dt="2021-10-03T09:49:02.769" v="582" actId="14100"/>
        <pc:sldMkLst>
          <pc:docMk/>
          <pc:sldMk cId="1873852154" sldId="271"/>
        </pc:sldMkLst>
        <pc:spChg chg="mod">
          <ac:chgData name="Adomas Lebedys (al2u18)" userId="S::al2u18@soton.ac.uk::13114830-c8b5-4639-b4ab-cf65fdd09dd7" providerId="AD" clId="Web-{86F46B1B-F894-48DB-8A27-764FC7B9D298}" dt="2021-10-03T09:43:48.277" v="343" actId="20577"/>
          <ac:spMkLst>
            <pc:docMk/>
            <pc:sldMk cId="1873852154" sldId="271"/>
            <ac:spMk id="2" creationId="{166FFE95-7A21-4BFC-80D5-D6366CC6D7E4}"/>
          </ac:spMkLst>
        </pc:spChg>
        <pc:spChg chg="add mod">
          <ac:chgData name="Adomas Lebedys (al2u18)" userId="S::al2u18@soton.ac.uk::13114830-c8b5-4639-b4ab-cf65fdd09dd7" providerId="AD" clId="Web-{86F46B1B-F894-48DB-8A27-764FC7B9D298}" dt="2021-10-03T09:49:02.769" v="582" actId="14100"/>
          <ac:spMkLst>
            <pc:docMk/>
            <pc:sldMk cId="1873852154" sldId="271"/>
            <ac:spMk id="3" creationId="{DD94AE87-3EB9-409D-BB91-A82A69120FB8}"/>
          </ac:spMkLst>
        </pc:spChg>
        <pc:picChg chg="del">
          <ac:chgData name="Adomas Lebedys (al2u18)" userId="S::al2u18@soton.ac.uk::13114830-c8b5-4639-b4ab-cf65fdd09dd7" providerId="AD" clId="Web-{86F46B1B-F894-48DB-8A27-764FC7B9D298}" dt="2021-10-03T09:27:56.595" v="75"/>
          <ac:picMkLst>
            <pc:docMk/>
            <pc:sldMk cId="1873852154" sldId="271"/>
            <ac:picMk id="5" creationId="{07752E93-5D03-4D97-993A-06EDCE7EA194}"/>
          </ac:picMkLst>
        </pc:picChg>
      </pc:sldChg>
      <pc:sldChg chg="modSp add ord replId">
        <pc:chgData name="Adomas Lebedys (al2u18)" userId="S::al2u18@soton.ac.uk::13114830-c8b5-4639-b4ab-cf65fdd09dd7" providerId="AD" clId="Web-{86F46B1B-F894-48DB-8A27-764FC7B9D298}" dt="2021-10-03T09:42:01.650" v="338" actId="20577"/>
        <pc:sldMkLst>
          <pc:docMk/>
          <pc:sldMk cId="2624979451" sldId="272"/>
        </pc:sldMkLst>
        <pc:spChg chg="mod">
          <ac:chgData name="Adomas Lebedys (al2u18)" userId="S::al2u18@soton.ac.uk::13114830-c8b5-4639-b4ab-cf65fdd09dd7" providerId="AD" clId="Web-{86F46B1B-F894-48DB-8A27-764FC7B9D298}" dt="2021-10-03T09:26:14.295" v="31" actId="20577"/>
          <ac:spMkLst>
            <pc:docMk/>
            <pc:sldMk cId="2624979451" sldId="272"/>
            <ac:spMk id="2" creationId="{8CF755B4-3C04-4B25-81D1-B2F6FFAF7B78}"/>
          </ac:spMkLst>
        </pc:spChg>
        <pc:spChg chg="mod">
          <ac:chgData name="Adomas Lebedys (al2u18)" userId="S::al2u18@soton.ac.uk::13114830-c8b5-4639-b4ab-cf65fdd09dd7" providerId="AD" clId="Web-{86F46B1B-F894-48DB-8A27-764FC7B9D298}" dt="2021-10-03T09:42:01.650" v="338" actId="20577"/>
          <ac:spMkLst>
            <pc:docMk/>
            <pc:sldMk cId="2624979451" sldId="272"/>
            <ac:spMk id="3" creationId="{24CD1A13-BBC0-4931-95B8-55675EFF2641}"/>
          </ac:spMkLst>
        </pc:spChg>
      </pc:sldChg>
      <pc:sldChg chg="addSp modSp add replId">
        <pc:chgData name="Adomas Lebedys (al2u18)" userId="S::al2u18@soton.ac.uk::13114830-c8b5-4639-b4ab-cf65fdd09dd7" providerId="AD" clId="Web-{86F46B1B-F894-48DB-8A27-764FC7B9D298}" dt="2021-10-03T09:54:39.479" v="811" actId="20577"/>
        <pc:sldMkLst>
          <pc:docMk/>
          <pc:sldMk cId="3486083925" sldId="274"/>
        </pc:sldMkLst>
        <pc:spChg chg="mod">
          <ac:chgData name="Adomas Lebedys (al2u18)" userId="S::al2u18@soton.ac.uk::13114830-c8b5-4639-b4ab-cf65fdd09dd7" providerId="AD" clId="Web-{86F46B1B-F894-48DB-8A27-764FC7B9D298}" dt="2021-10-03T09:51:57.382" v="606" actId="20577"/>
          <ac:spMkLst>
            <pc:docMk/>
            <pc:sldMk cId="3486083925" sldId="274"/>
            <ac:spMk id="2" creationId="{083D8DF6-4919-45E8-8116-1E953840FB9F}"/>
          </ac:spMkLst>
        </pc:spChg>
        <pc:spChg chg="mod">
          <ac:chgData name="Adomas Lebedys (al2u18)" userId="S::al2u18@soton.ac.uk::13114830-c8b5-4639-b4ab-cf65fdd09dd7" providerId="AD" clId="Web-{86F46B1B-F894-48DB-8A27-764FC7B9D298}" dt="2021-10-03T09:54:39.479" v="811" actId="20577"/>
          <ac:spMkLst>
            <pc:docMk/>
            <pc:sldMk cId="3486083925" sldId="274"/>
            <ac:spMk id="3" creationId="{A46AA4A6-D48C-40E2-9DCE-C77C19766718}"/>
          </ac:spMkLst>
        </pc:spChg>
        <pc:spChg chg="add mod">
          <ac:chgData name="Adomas Lebedys (al2u18)" userId="S::al2u18@soton.ac.uk::13114830-c8b5-4639-b4ab-cf65fdd09dd7" providerId="AD" clId="Web-{86F46B1B-F894-48DB-8A27-764FC7B9D298}" dt="2021-10-03T09:53:21.884" v="753" actId="20577"/>
          <ac:spMkLst>
            <pc:docMk/>
            <pc:sldMk cId="3486083925" sldId="274"/>
            <ac:spMk id="4" creationId="{B1846C36-0F76-460B-91F9-FD8F8A7A7A85}"/>
          </ac:spMkLst>
        </pc:spChg>
      </pc:sldChg>
    </pc:docChg>
  </pc:docChgLst>
  <pc:docChgLst>
    <pc:chgData name="vijayaratnam r.c.f. (rcfv1g18)" userId="S::rcfv1g18@soton.ac.uk::05c908f2-f575-427d-bbaa-8c9c06637bf9" providerId="AD" clId="Web-{58B826AA-881E-E6D6-02FF-AA9C6BF2760D}"/>
    <pc:docChg chg="modSld">
      <pc:chgData name="vijayaratnam r.c.f. (rcfv1g18)" userId="S::rcfv1g18@soton.ac.uk::05c908f2-f575-427d-bbaa-8c9c06637bf9" providerId="AD" clId="Web-{58B826AA-881E-E6D6-02FF-AA9C6BF2760D}" dt="2020-10-10T13:47:59.858" v="59"/>
      <pc:docMkLst>
        <pc:docMk/>
      </pc:docMkLst>
      <pc:sldChg chg="modSp">
        <pc:chgData name="vijayaratnam r.c.f. (rcfv1g18)" userId="S::rcfv1g18@soton.ac.uk::05c908f2-f575-427d-bbaa-8c9c06637bf9" providerId="AD" clId="Web-{58B826AA-881E-E6D6-02FF-AA9C6BF2760D}" dt="2020-10-10T13:41:51.771" v="2" actId="20577"/>
        <pc:sldMkLst>
          <pc:docMk/>
          <pc:sldMk cId="89661156" sldId="257"/>
        </pc:sldMkLst>
        <pc:spChg chg="mod">
          <ac:chgData name="vijayaratnam r.c.f. (rcfv1g18)" userId="S::rcfv1g18@soton.ac.uk::05c908f2-f575-427d-bbaa-8c9c06637bf9" providerId="AD" clId="Web-{58B826AA-881E-E6D6-02FF-AA9C6BF2760D}" dt="2020-10-10T13:41:51.771" v="2" actId="20577"/>
          <ac:spMkLst>
            <pc:docMk/>
            <pc:sldMk cId="89661156" sldId="257"/>
            <ac:spMk id="3" creationId="{D50AC285-0CAB-4FB7-95E8-F071C0B0C6AB}"/>
          </ac:spMkLst>
        </pc:spChg>
      </pc:sldChg>
      <pc:sldChg chg="addCm">
        <pc:chgData name="vijayaratnam r.c.f. (rcfv1g18)" userId="S::rcfv1g18@soton.ac.uk::05c908f2-f575-427d-bbaa-8c9c06637bf9" providerId="AD" clId="Web-{58B826AA-881E-E6D6-02FF-AA9C6BF2760D}" dt="2020-10-10T13:47:59.858" v="59"/>
        <pc:sldMkLst>
          <pc:docMk/>
          <pc:sldMk cId="1071121039" sldId="263"/>
        </pc:sldMkLst>
      </pc:sldChg>
      <pc:sldChg chg="addCm">
        <pc:chgData name="vijayaratnam r.c.f. (rcfv1g18)" userId="S::rcfv1g18@soton.ac.uk::05c908f2-f575-427d-bbaa-8c9c06637bf9" providerId="AD" clId="Web-{58B826AA-881E-E6D6-02FF-AA9C6BF2760D}" dt="2020-10-10T13:47:17.841" v="58"/>
        <pc:sldMkLst>
          <pc:docMk/>
          <pc:sldMk cId="4161741272" sldId="268"/>
        </pc:sldMkLst>
      </pc:sldChg>
      <pc:sldChg chg="modSp">
        <pc:chgData name="vijayaratnam r.c.f. (rcfv1g18)" userId="S::rcfv1g18@soton.ac.uk::05c908f2-f575-427d-bbaa-8c9c06637bf9" providerId="AD" clId="Web-{58B826AA-881E-E6D6-02FF-AA9C6BF2760D}" dt="2020-10-10T13:42:33.585" v="56" actId="20577"/>
        <pc:sldMkLst>
          <pc:docMk/>
          <pc:sldMk cId="1471488346" sldId="270"/>
        </pc:sldMkLst>
        <pc:spChg chg="mod">
          <ac:chgData name="vijayaratnam r.c.f. (rcfv1g18)" userId="S::rcfv1g18@soton.ac.uk::05c908f2-f575-427d-bbaa-8c9c06637bf9" providerId="AD" clId="Web-{58B826AA-881E-E6D6-02FF-AA9C6BF2760D}" dt="2020-10-10T13:42:33.585" v="56" actId="20577"/>
          <ac:spMkLst>
            <pc:docMk/>
            <pc:sldMk cId="1471488346" sldId="270"/>
            <ac:spMk id="3" creationId="{613E2BF4-4FA7-4E8E-9645-2A27C075BAF9}"/>
          </ac:spMkLst>
        </pc:spChg>
      </pc:sldChg>
    </pc:docChg>
  </pc:docChgLst>
  <pc:docChgLst>
    <pc:chgData name="vijayaratnam r.c.f. (rcfv1g18)" userId="S::rcfv1g18@soton.ac.uk::05c908f2-f575-427d-bbaa-8c9c06637bf9" providerId="AD" clId="Web-{20691674-BE88-2B98-5180-6229BE3F970B}"/>
    <pc:docChg chg="addSld modSld sldOrd">
      <pc:chgData name="vijayaratnam r.c.f. (rcfv1g18)" userId="S::rcfv1g18@soton.ac.uk::05c908f2-f575-427d-bbaa-8c9c06637bf9" providerId="AD" clId="Web-{20691674-BE88-2B98-5180-6229BE3F970B}" dt="2020-09-30T14:48:37.009" v="2796"/>
      <pc:docMkLst>
        <pc:docMk/>
      </pc:docMkLst>
      <pc:sldChg chg="addSp delSp modSp">
        <pc:chgData name="vijayaratnam r.c.f. (rcfv1g18)" userId="S::rcfv1g18@soton.ac.uk::05c908f2-f575-427d-bbaa-8c9c06637bf9" providerId="AD" clId="Web-{20691674-BE88-2B98-5180-6229BE3F970B}" dt="2020-09-30T12:25:16.191" v="300" actId="20577"/>
        <pc:sldMkLst>
          <pc:docMk/>
          <pc:sldMk cId="11457054" sldId="256"/>
        </pc:sldMkLst>
        <pc:spChg chg="mod">
          <ac:chgData name="vijayaratnam r.c.f. (rcfv1g18)" userId="S::rcfv1g18@soton.ac.uk::05c908f2-f575-427d-bbaa-8c9c06637bf9" providerId="AD" clId="Web-{20691674-BE88-2B98-5180-6229BE3F970B}" dt="2020-09-30T12:21:07.770" v="8" actId="1076"/>
          <ac:spMkLst>
            <pc:docMk/>
            <pc:sldMk cId="11457054" sldId="256"/>
            <ac:spMk id="2" creationId="{9F3BFEC1-0428-49A7-9F31-3CFA686C9863}"/>
          </ac:spMkLst>
        </pc:spChg>
        <pc:spChg chg="del mod">
          <ac:chgData name="vijayaratnam r.c.f. (rcfv1g18)" userId="S::rcfv1g18@soton.ac.uk::05c908f2-f575-427d-bbaa-8c9c06637bf9" providerId="AD" clId="Web-{20691674-BE88-2B98-5180-6229BE3F970B}" dt="2020-09-30T12:22:03.133" v="135"/>
          <ac:spMkLst>
            <pc:docMk/>
            <pc:sldMk cId="11457054" sldId="256"/>
            <ac:spMk id="3" creationId="{DF18B945-A444-425D-8935-6B03E8EC59CE}"/>
          </ac:spMkLst>
        </pc:spChg>
        <pc:spChg chg="add del mod">
          <ac:chgData name="vijayaratnam r.c.f. (rcfv1g18)" userId="S::rcfv1g18@soton.ac.uk::05c908f2-f575-427d-bbaa-8c9c06637bf9" providerId="AD" clId="Web-{20691674-BE88-2B98-5180-6229BE3F970B}" dt="2020-09-30T12:23:10.262" v="175"/>
          <ac:spMkLst>
            <pc:docMk/>
            <pc:sldMk cId="11457054" sldId="256"/>
            <ac:spMk id="5" creationId="{58742347-2B20-444A-A4AD-C6C9ABD2A101}"/>
          </ac:spMkLst>
        </pc:spChg>
        <pc:spChg chg="add mod">
          <ac:chgData name="vijayaratnam r.c.f. (rcfv1g18)" userId="S::rcfv1g18@soton.ac.uk::05c908f2-f575-427d-bbaa-8c9c06637bf9" providerId="AD" clId="Web-{20691674-BE88-2B98-5180-6229BE3F970B}" dt="2020-09-30T12:25:16.191" v="300" actId="20577"/>
          <ac:spMkLst>
            <pc:docMk/>
            <pc:sldMk cId="11457054" sldId="256"/>
            <ac:spMk id="6" creationId="{C30C02E3-061C-41D6-BB58-85410A06DE11}"/>
          </ac:spMkLst>
        </pc:spChg>
        <pc:spChg chg="add mod">
          <ac:chgData name="vijayaratnam r.c.f. (rcfv1g18)" userId="S::rcfv1g18@soton.ac.uk::05c908f2-f575-427d-bbaa-8c9c06637bf9" providerId="AD" clId="Web-{20691674-BE88-2B98-5180-6229BE3F970B}" dt="2020-09-30T12:25:07.503" v="295" actId="20577"/>
          <ac:spMkLst>
            <pc:docMk/>
            <pc:sldMk cId="11457054" sldId="256"/>
            <ac:spMk id="7" creationId="{B96F34F0-7E52-4FB8-9FA8-DCBED3A1D4E4}"/>
          </ac:spMkLst>
        </pc:spChg>
        <pc:spChg chg="add del mod">
          <ac:chgData name="vijayaratnam r.c.f. (rcfv1g18)" userId="S::rcfv1g18@soton.ac.uk::05c908f2-f575-427d-bbaa-8c9c06637bf9" providerId="AD" clId="Web-{20691674-BE88-2B98-5180-6229BE3F970B}" dt="2020-09-30T12:23:13.934" v="176"/>
          <ac:spMkLst>
            <pc:docMk/>
            <pc:sldMk cId="11457054" sldId="256"/>
            <ac:spMk id="9" creationId="{FC308536-A5C3-4BA4-825D-A57A45A89524}"/>
          </ac:spMkLst>
        </pc:spChg>
      </pc:sldChg>
      <pc:sldChg chg="modSp">
        <pc:chgData name="vijayaratnam r.c.f. (rcfv1g18)" userId="S::rcfv1g18@soton.ac.uk::05c908f2-f575-427d-bbaa-8c9c06637bf9" providerId="AD" clId="Web-{20691674-BE88-2B98-5180-6229BE3F970B}" dt="2020-09-30T12:48:15.616" v="1011" actId="20577"/>
        <pc:sldMkLst>
          <pc:docMk/>
          <pc:sldMk cId="89661156" sldId="257"/>
        </pc:sldMkLst>
        <pc:spChg chg="mod">
          <ac:chgData name="vijayaratnam r.c.f. (rcfv1g18)" userId="S::rcfv1g18@soton.ac.uk::05c908f2-f575-427d-bbaa-8c9c06637bf9" providerId="AD" clId="Web-{20691674-BE88-2B98-5180-6229BE3F970B}" dt="2020-09-30T12:25:50.162" v="312" actId="20577"/>
          <ac:spMkLst>
            <pc:docMk/>
            <pc:sldMk cId="89661156" sldId="257"/>
            <ac:spMk id="2" creationId="{B9C7B56F-AF36-4DB4-91BC-63F9AB0A2E3D}"/>
          </ac:spMkLst>
        </pc:spChg>
        <pc:spChg chg="mod">
          <ac:chgData name="vijayaratnam r.c.f. (rcfv1g18)" userId="S::rcfv1g18@soton.ac.uk::05c908f2-f575-427d-bbaa-8c9c06637bf9" providerId="AD" clId="Web-{20691674-BE88-2B98-5180-6229BE3F970B}" dt="2020-09-30T12:48:15.616" v="1011" actId="20577"/>
          <ac:spMkLst>
            <pc:docMk/>
            <pc:sldMk cId="89661156" sldId="257"/>
            <ac:spMk id="3" creationId="{D50AC285-0CAB-4FB7-95E8-F071C0B0C6AB}"/>
          </ac:spMkLst>
        </pc:spChg>
      </pc:sldChg>
      <pc:sldChg chg="addSp modSp new mod ord modClrScheme chgLayout">
        <pc:chgData name="vijayaratnam r.c.f. (rcfv1g18)" userId="S::rcfv1g18@soton.ac.uk::05c908f2-f575-427d-bbaa-8c9c06637bf9" providerId="AD" clId="Web-{20691674-BE88-2B98-5180-6229BE3F970B}" dt="2020-09-30T12:43:34.396" v="974"/>
        <pc:sldMkLst>
          <pc:docMk/>
          <pc:sldMk cId="2331475474" sldId="260"/>
        </pc:sldMkLst>
        <pc:spChg chg="mod">
          <ac:chgData name="vijayaratnam r.c.f. (rcfv1g18)" userId="S::rcfv1g18@soton.ac.uk::05c908f2-f575-427d-bbaa-8c9c06637bf9" providerId="AD" clId="Web-{20691674-BE88-2B98-5180-6229BE3F970B}" dt="2020-09-30T12:43:34.396" v="974"/>
          <ac:spMkLst>
            <pc:docMk/>
            <pc:sldMk cId="2331475474" sldId="260"/>
            <ac:spMk id="2" creationId="{4F1D9451-1864-458E-A319-44548F20E466}"/>
          </ac:spMkLst>
        </pc:spChg>
        <pc:spChg chg="mod">
          <ac:chgData name="vijayaratnam r.c.f. (rcfv1g18)" userId="S::rcfv1g18@soton.ac.uk::05c908f2-f575-427d-bbaa-8c9c06637bf9" providerId="AD" clId="Web-{20691674-BE88-2B98-5180-6229BE3F970B}" dt="2020-09-30T12:43:34.396" v="974"/>
          <ac:spMkLst>
            <pc:docMk/>
            <pc:sldMk cId="2331475474" sldId="260"/>
            <ac:spMk id="3" creationId="{931ABE26-41AE-43B1-BA43-5BE035A99887}"/>
          </ac:spMkLst>
        </pc:spChg>
        <pc:spChg chg="add mod">
          <ac:chgData name="vijayaratnam r.c.f. (rcfv1g18)" userId="S::rcfv1g18@soton.ac.uk::05c908f2-f575-427d-bbaa-8c9c06637bf9" providerId="AD" clId="Web-{20691674-BE88-2B98-5180-6229BE3F970B}" dt="2020-09-30T12:43:34.396" v="974"/>
          <ac:spMkLst>
            <pc:docMk/>
            <pc:sldMk cId="2331475474" sldId="260"/>
            <ac:spMk id="8" creationId="{5672CAB3-9B4B-4B6B-810A-1F9F19400C6B}"/>
          </ac:spMkLst>
        </pc:spChg>
      </pc:sldChg>
      <pc:sldChg chg="modSp new">
        <pc:chgData name="vijayaratnam r.c.f. (rcfv1g18)" userId="S::rcfv1g18@soton.ac.uk::05c908f2-f575-427d-bbaa-8c9c06637bf9" providerId="AD" clId="Web-{20691674-BE88-2B98-5180-6229BE3F970B}" dt="2020-09-30T14:37:56.643" v="2790" actId="20577"/>
        <pc:sldMkLst>
          <pc:docMk/>
          <pc:sldMk cId="1071121039" sldId="263"/>
        </pc:sldMkLst>
        <pc:spChg chg="mod">
          <ac:chgData name="vijayaratnam r.c.f. (rcfv1g18)" userId="S::rcfv1g18@soton.ac.uk::05c908f2-f575-427d-bbaa-8c9c06637bf9" providerId="AD" clId="Web-{20691674-BE88-2B98-5180-6229BE3F970B}" dt="2020-09-30T12:46:01.780" v="996" actId="20577"/>
          <ac:spMkLst>
            <pc:docMk/>
            <pc:sldMk cId="1071121039" sldId="263"/>
            <ac:spMk id="2" creationId="{A33F0A52-1882-4F15-B096-0BED7CCF3360}"/>
          </ac:spMkLst>
        </pc:spChg>
        <pc:spChg chg="mod">
          <ac:chgData name="vijayaratnam r.c.f. (rcfv1g18)" userId="S::rcfv1g18@soton.ac.uk::05c908f2-f575-427d-bbaa-8c9c06637bf9" providerId="AD" clId="Web-{20691674-BE88-2B98-5180-6229BE3F970B}" dt="2020-09-30T14:37:56.643" v="2790" actId="20577"/>
          <ac:spMkLst>
            <pc:docMk/>
            <pc:sldMk cId="1071121039" sldId="263"/>
            <ac:spMk id="3" creationId="{10D9D3C8-0291-4A17-A83B-A6515D056B87}"/>
          </ac:spMkLst>
        </pc:spChg>
      </pc:sldChg>
      <pc:sldChg chg="addSp delSp modSp">
        <pc:chgData name="vijayaratnam r.c.f. (rcfv1g18)" userId="S::rcfv1g18@soton.ac.uk::05c908f2-f575-427d-bbaa-8c9c06637bf9" providerId="AD" clId="Web-{20691674-BE88-2B98-5180-6229BE3F970B}" dt="2020-09-30T14:48:37.009" v="2796"/>
        <pc:sldMkLst>
          <pc:docMk/>
          <pc:sldMk cId="952771496" sldId="264"/>
        </pc:sldMkLst>
        <pc:spChg chg="mod">
          <ac:chgData name="vijayaratnam r.c.f. (rcfv1g18)" userId="S::rcfv1g18@soton.ac.uk::05c908f2-f575-427d-bbaa-8c9c06637bf9" providerId="AD" clId="Web-{20691674-BE88-2B98-5180-6229BE3F970B}" dt="2020-09-30T14:48:37.009" v="2796"/>
          <ac:spMkLst>
            <pc:docMk/>
            <pc:sldMk cId="952771496" sldId="264"/>
            <ac:spMk id="2" creationId="{4A73400B-6A9C-4898-AB7C-3952846B1127}"/>
          </ac:spMkLst>
        </pc:spChg>
        <pc:spChg chg="del">
          <ac:chgData name="vijayaratnam r.c.f. (rcfv1g18)" userId="S::rcfv1g18@soton.ac.uk::05c908f2-f575-427d-bbaa-8c9c06637bf9" providerId="AD" clId="Web-{20691674-BE88-2B98-5180-6229BE3F970B}" dt="2020-09-30T14:48:37.009" v="2796"/>
          <ac:spMkLst>
            <pc:docMk/>
            <pc:sldMk cId="952771496" sldId="264"/>
            <ac:spMk id="3" creationId="{B1818EF1-1409-4E28-A0D6-684714072FDC}"/>
          </ac:spMkLst>
        </pc:spChg>
        <pc:graphicFrameChg chg="add">
          <ac:chgData name="vijayaratnam r.c.f. (rcfv1g18)" userId="S::rcfv1g18@soton.ac.uk::05c908f2-f575-427d-bbaa-8c9c06637bf9" providerId="AD" clId="Web-{20691674-BE88-2B98-5180-6229BE3F970B}" dt="2020-09-30T14:48:37.009" v="2796"/>
          <ac:graphicFrameMkLst>
            <pc:docMk/>
            <pc:sldMk cId="952771496" sldId="264"/>
            <ac:graphicFrameMk id="5" creationId="{3D224510-D6A5-4CD6-A0A4-F8F07CB809DD}"/>
          </ac:graphicFrameMkLst>
        </pc:graphicFrameChg>
      </pc:sldChg>
      <pc:sldChg chg="modSp new">
        <pc:chgData name="vijayaratnam r.c.f. (rcfv1g18)" userId="S::rcfv1g18@soton.ac.uk::05c908f2-f575-427d-bbaa-8c9c06637bf9" providerId="AD" clId="Web-{20691674-BE88-2B98-5180-6229BE3F970B}" dt="2020-09-30T14:03:51.554" v="2062" actId="20577"/>
        <pc:sldMkLst>
          <pc:docMk/>
          <pc:sldMk cId="1311911284" sldId="267"/>
        </pc:sldMkLst>
        <pc:spChg chg="mod">
          <ac:chgData name="vijayaratnam r.c.f. (rcfv1g18)" userId="S::rcfv1g18@soton.ac.uk::05c908f2-f575-427d-bbaa-8c9c06637bf9" providerId="AD" clId="Web-{20691674-BE88-2B98-5180-6229BE3F970B}" dt="2020-09-30T14:03:51.554" v="2062" actId="20577"/>
          <ac:spMkLst>
            <pc:docMk/>
            <pc:sldMk cId="1311911284" sldId="267"/>
            <ac:spMk id="2" creationId="{8CF755B4-3C04-4B25-81D1-B2F6FFAF7B78}"/>
          </ac:spMkLst>
        </pc:spChg>
        <pc:spChg chg="mod">
          <ac:chgData name="vijayaratnam r.c.f. (rcfv1g18)" userId="S::rcfv1g18@soton.ac.uk::05c908f2-f575-427d-bbaa-8c9c06637bf9" providerId="AD" clId="Web-{20691674-BE88-2B98-5180-6229BE3F970B}" dt="2020-09-30T14:03:45.679" v="2048" actId="20577"/>
          <ac:spMkLst>
            <pc:docMk/>
            <pc:sldMk cId="1311911284" sldId="267"/>
            <ac:spMk id="3" creationId="{24CD1A13-BBC0-4931-95B8-55675EFF2641}"/>
          </ac:spMkLst>
        </pc:spChg>
      </pc:sldChg>
      <pc:sldChg chg="modSp new">
        <pc:chgData name="vijayaratnam r.c.f. (rcfv1g18)" userId="S::rcfv1g18@soton.ac.uk::05c908f2-f575-427d-bbaa-8c9c06637bf9" providerId="AD" clId="Web-{20691674-BE88-2B98-5180-6229BE3F970B}" dt="2020-09-30T14:43:30.147" v="2794" actId="20577"/>
        <pc:sldMkLst>
          <pc:docMk/>
          <pc:sldMk cId="4161741272" sldId="268"/>
        </pc:sldMkLst>
        <pc:spChg chg="mod">
          <ac:chgData name="vijayaratnam r.c.f. (rcfv1g18)" userId="S::rcfv1g18@soton.ac.uk::05c908f2-f575-427d-bbaa-8c9c06637bf9" providerId="AD" clId="Web-{20691674-BE88-2B98-5180-6229BE3F970B}" dt="2020-09-30T14:12:22.100" v="2068" actId="20577"/>
          <ac:spMkLst>
            <pc:docMk/>
            <pc:sldMk cId="4161741272" sldId="268"/>
            <ac:spMk id="2" creationId="{F614AC25-B308-49AD-BF43-F608346AB596}"/>
          </ac:spMkLst>
        </pc:spChg>
        <pc:spChg chg="mod">
          <ac:chgData name="vijayaratnam r.c.f. (rcfv1g18)" userId="S::rcfv1g18@soton.ac.uk::05c908f2-f575-427d-bbaa-8c9c06637bf9" providerId="AD" clId="Web-{20691674-BE88-2B98-5180-6229BE3F970B}" dt="2020-09-30T14:43:30.147" v="2794" actId="20577"/>
          <ac:spMkLst>
            <pc:docMk/>
            <pc:sldMk cId="4161741272" sldId="268"/>
            <ac:spMk id="3" creationId="{B7DCB474-29FE-4FCE-8D28-11C15F9D3496}"/>
          </ac:spMkLst>
        </pc:spChg>
      </pc:sldChg>
    </pc:docChg>
  </pc:docChgLst>
  <pc:docChgLst>
    <pc:chgData name="o'brien m.a. (mao1g19)" userId="S::mao1g19@soton.ac.uk::4b27b8f5-9906-47a1-b728-23f13a5402b6" providerId="AD" clId="Web-{AA85DC48-0A0B-3C1B-E54D-8F26D5CA00D5}"/>
    <pc:docChg chg="addSld modSld">
      <pc:chgData name="o'brien m.a. (mao1g19)" userId="S::mao1g19@soton.ac.uk::4b27b8f5-9906-47a1-b728-23f13a5402b6" providerId="AD" clId="Web-{AA85DC48-0A0B-3C1B-E54D-8F26D5CA00D5}" dt="2020-10-10T12:19:17.347" v="221" actId="1076"/>
      <pc:docMkLst>
        <pc:docMk/>
      </pc:docMkLst>
      <pc:sldChg chg="addSp delSp modSp">
        <pc:chgData name="o'brien m.a. (mao1g19)" userId="S::mao1g19@soton.ac.uk::4b27b8f5-9906-47a1-b728-23f13a5402b6" providerId="AD" clId="Web-{AA85DC48-0A0B-3C1B-E54D-8F26D5CA00D5}" dt="2020-10-10T12:19:17.347" v="221" actId="1076"/>
        <pc:sldMkLst>
          <pc:docMk/>
          <pc:sldMk cId="11457054" sldId="256"/>
        </pc:sldMkLst>
        <pc:spChg chg="del mod">
          <ac:chgData name="o'brien m.a. (mao1g19)" userId="S::mao1g19@soton.ac.uk::4b27b8f5-9906-47a1-b728-23f13a5402b6" providerId="AD" clId="Web-{AA85DC48-0A0B-3C1B-E54D-8F26D5CA00D5}" dt="2020-10-10T12:17:42.832" v="173"/>
          <ac:spMkLst>
            <pc:docMk/>
            <pc:sldMk cId="11457054" sldId="256"/>
            <ac:spMk id="6" creationId="{C30C02E3-061C-41D6-BB58-85410A06DE11}"/>
          </ac:spMkLst>
        </pc:spChg>
        <pc:spChg chg="del mod">
          <ac:chgData name="o'brien m.a. (mao1g19)" userId="S::mao1g19@soton.ac.uk::4b27b8f5-9906-47a1-b728-23f13a5402b6" providerId="AD" clId="Web-{AA85DC48-0A0B-3C1B-E54D-8F26D5CA00D5}" dt="2020-10-10T12:17:56.176" v="179"/>
          <ac:spMkLst>
            <pc:docMk/>
            <pc:sldMk cId="11457054" sldId="256"/>
            <ac:spMk id="7" creationId="{B96F34F0-7E52-4FB8-9FA8-DCBED3A1D4E4}"/>
          </ac:spMkLst>
        </pc:spChg>
        <pc:picChg chg="add mod ord">
          <ac:chgData name="o'brien m.a. (mao1g19)" userId="S::mao1g19@soton.ac.uk::4b27b8f5-9906-47a1-b728-23f13a5402b6" providerId="AD" clId="Web-{AA85DC48-0A0B-3C1B-E54D-8F26D5CA00D5}" dt="2020-10-10T12:19:17.347" v="221" actId="1076"/>
          <ac:picMkLst>
            <pc:docMk/>
            <pc:sldMk cId="11457054" sldId="256"/>
            <ac:picMk id="3" creationId="{F944AD2D-2D1D-48A8-8667-4604E7694BFC}"/>
          </ac:picMkLst>
        </pc:picChg>
        <pc:picChg chg="add mod">
          <ac:chgData name="o'brien m.a. (mao1g19)" userId="S::mao1g19@soton.ac.uk::4b27b8f5-9906-47a1-b728-23f13a5402b6" providerId="AD" clId="Web-{AA85DC48-0A0B-3C1B-E54D-8F26D5CA00D5}" dt="2020-10-10T12:19:17.315" v="219" actId="1076"/>
          <ac:picMkLst>
            <pc:docMk/>
            <pc:sldMk cId="11457054" sldId="256"/>
            <ac:picMk id="4" creationId="{5F18A936-40E4-440B-809F-4479968FFFA9}"/>
          </ac:picMkLst>
        </pc:picChg>
        <pc:picChg chg="add mod">
          <ac:chgData name="o'brien m.a. (mao1g19)" userId="S::mao1g19@soton.ac.uk::4b27b8f5-9906-47a1-b728-23f13a5402b6" providerId="AD" clId="Web-{AA85DC48-0A0B-3C1B-E54D-8F26D5CA00D5}" dt="2020-10-10T12:19:17.331" v="220" actId="1076"/>
          <ac:picMkLst>
            <pc:docMk/>
            <pc:sldMk cId="11457054" sldId="256"/>
            <ac:picMk id="5" creationId="{1828FAAA-4F4A-4958-8EE1-D911A5DA9FE3}"/>
          </ac:picMkLst>
        </pc:picChg>
        <pc:picChg chg="add mod">
          <ac:chgData name="o'brien m.a. (mao1g19)" userId="S::mao1g19@soton.ac.uk::4b27b8f5-9906-47a1-b728-23f13a5402b6" providerId="AD" clId="Web-{AA85DC48-0A0B-3C1B-E54D-8F26D5CA00D5}" dt="2020-10-10T12:19:17.300" v="218" actId="1076"/>
          <ac:picMkLst>
            <pc:docMk/>
            <pc:sldMk cId="11457054" sldId="256"/>
            <ac:picMk id="8" creationId="{7E9F82F2-8B12-422B-A05B-0788382D91F8}"/>
          </ac:picMkLst>
        </pc:picChg>
      </pc:sldChg>
      <pc:sldChg chg="modSp new">
        <pc:chgData name="o'brien m.a. (mao1g19)" userId="S::mao1g19@soton.ac.uk::4b27b8f5-9906-47a1-b728-23f13a5402b6" providerId="AD" clId="Web-{AA85DC48-0A0B-3C1B-E54D-8F26D5CA00D5}" dt="2020-10-10T12:10:59.975" v="126" actId="20577"/>
        <pc:sldMkLst>
          <pc:docMk/>
          <pc:sldMk cId="1471488346" sldId="270"/>
        </pc:sldMkLst>
        <pc:spChg chg="mod">
          <ac:chgData name="o'brien m.a. (mao1g19)" userId="S::mao1g19@soton.ac.uk::4b27b8f5-9906-47a1-b728-23f13a5402b6" providerId="AD" clId="Web-{AA85DC48-0A0B-3C1B-E54D-8F26D5CA00D5}" dt="2020-10-10T12:08:42.711" v="16" actId="20577"/>
          <ac:spMkLst>
            <pc:docMk/>
            <pc:sldMk cId="1471488346" sldId="270"/>
            <ac:spMk id="2" creationId="{98A48B55-9076-49F7-829E-40018BFE8A1A}"/>
          </ac:spMkLst>
        </pc:spChg>
        <pc:spChg chg="mod">
          <ac:chgData name="o'brien m.a. (mao1g19)" userId="S::mao1g19@soton.ac.uk::4b27b8f5-9906-47a1-b728-23f13a5402b6" providerId="AD" clId="Web-{AA85DC48-0A0B-3C1B-E54D-8F26D5CA00D5}" dt="2020-10-10T12:10:59.975" v="126" actId="20577"/>
          <ac:spMkLst>
            <pc:docMk/>
            <pc:sldMk cId="1471488346" sldId="270"/>
            <ac:spMk id="3" creationId="{613E2BF4-4FA7-4E8E-9645-2A27C075BAF9}"/>
          </ac:spMkLst>
        </pc:spChg>
      </pc:sldChg>
      <pc:sldChg chg="new">
        <pc:chgData name="o'brien m.a. (mao1g19)" userId="S::mao1g19@soton.ac.uk::4b27b8f5-9906-47a1-b728-23f13a5402b6" providerId="AD" clId="Web-{AA85DC48-0A0B-3C1B-E54D-8F26D5CA00D5}" dt="2020-10-10T12:17:19.910" v="171"/>
        <pc:sldMkLst>
          <pc:docMk/>
          <pc:sldMk cId="528896886" sldId="271"/>
        </pc:sldMkLst>
      </pc:sldChg>
    </pc:docChg>
  </pc:docChgLst>
  <pc:docChgLst>
    <pc:chgData name="forys p.g. (pgf1u19)" userId="S::pgf1u19@soton.ac.uk::c9e18917-3ec0-4071-a45d-b7cbca311432" providerId="AD" clId="Web-{1D77A7A0-89AD-CD74-35FB-FA1A47329416}"/>
    <pc:docChg chg="modSld sldOrd">
      <pc:chgData name="forys p.g. (pgf1u19)" userId="S::pgf1u19@soton.ac.uk::c9e18917-3ec0-4071-a45d-b7cbca311432" providerId="AD" clId="Web-{1D77A7A0-89AD-CD74-35FB-FA1A47329416}" dt="2020-10-07T15:42:05.357" v="64"/>
      <pc:docMkLst>
        <pc:docMk/>
      </pc:docMkLst>
      <pc:sldChg chg="modNotes">
        <pc:chgData name="forys p.g. (pgf1u19)" userId="S::pgf1u19@soton.ac.uk::c9e18917-3ec0-4071-a45d-b7cbca311432" providerId="AD" clId="Web-{1D77A7A0-89AD-CD74-35FB-FA1A47329416}" dt="2020-10-07T15:30:31.289" v="61"/>
        <pc:sldMkLst>
          <pc:docMk/>
          <pc:sldMk cId="2872556588" sldId="258"/>
        </pc:sldMkLst>
      </pc:sldChg>
      <pc:sldChg chg="ord modNotes">
        <pc:chgData name="forys p.g. (pgf1u19)" userId="S::pgf1u19@soton.ac.uk::c9e18917-3ec0-4071-a45d-b7cbca311432" providerId="AD" clId="Web-{1D77A7A0-89AD-CD74-35FB-FA1A47329416}" dt="2020-10-07T15:36:57.370" v="62"/>
        <pc:sldMkLst>
          <pc:docMk/>
          <pc:sldMk cId="2197451860" sldId="259"/>
        </pc:sldMkLst>
      </pc:sldChg>
      <pc:sldChg chg="ord modNotes">
        <pc:chgData name="forys p.g. (pgf1u19)" userId="S::pgf1u19@soton.ac.uk::c9e18917-3ec0-4071-a45d-b7cbca311432" providerId="AD" clId="Web-{1D77A7A0-89AD-CD74-35FB-FA1A47329416}" dt="2020-10-07T15:42:05.357" v="64"/>
        <pc:sldMkLst>
          <pc:docMk/>
          <pc:sldMk cId="266832973" sldId="262"/>
        </pc:sldMkLst>
      </pc:sldChg>
    </pc:docChg>
  </pc:docChgLst>
  <pc:docChgLst>
    <pc:chgData name="forys p.g. (pgf1u19)" userId="S::pgf1u19@soton.ac.uk::c9e18917-3ec0-4071-a45d-b7cbca311432" providerId="AD" clId="Web-{4C3E5325-540F-BEAC-2DE1-695A8D51248F}"/>
    <pc:docChg chg="addSld modSld">
      <pc:chgData name="forys p.g. (pgf1u19)" userId="S::pgf1u19@soton.ac.uk::c9e18917-3ec0-4071-a45d-b7cbca311432" providerId="AD" clId="Web-{4C3E5325-540F-BEAC-2DE1-695A8D51248F}" dt="2020-09-30T12:37:40.799" v="210" actId="20577"/>
      <pc:docMkLst>
        <pc:docMk/>
      </pc:docMkLst>
      <pc:sldChg chg="modSp">
        <pc:chgData name="forys p.g. (pgf1u19)" userId="S::pgf1u19@soton.ac.uk::c9e18917-3ec0-4071-a45d-b7cbca311432" providerId="AD" clId="Web-{4C3E5325-540F-BEAC-2DE1-695A8D51248F}" dt="2020-09-30T12:24:26.286" v="10" actId="20577"/>
        <pc:sldMkLst>
          <pc:docMk/>
          <pc:sldMk cId="11457054" sldId="256"/>
        </pc:sldMkLst>
        <pc:spChg chg="mod">
          <ac:chgData name="forys p.g. (pgf1u19)" userId="S::pgf1u19@soton.ac.uk::c9e18917-3ec0-4071-a45d-b7cbca311432" providerId="AD" clId="Web-{4C3E5325-540F-BEAC-2DE1-695A8D51248F}" dt="2020-09-30T12:24:26.286" v="10" actId="20577"/>
          <ac:spMkLst>
            <pc:docMk/>
            <pc:sldMk cId="11457054" sldId="256"/>
            <ac:spMk id="6" creationId="{C30C02E3-061C-41D6-BB58-85410A06DE11}"/>
          </ac:spMkLst>
        </pc:spChg>
      </pc:sldChg>
      <pc:sldChg chg="modSp new">
        <pc:chgData name="forys p.g. (pgf1u19)" userId="S::pgf1u19@soton.ac.uk::c9e18917-3ec0-4071-a45d-b7cbca311432" providerId="AD" clId="Web-{4C3E5325-540F-BEAC-2DE1-695A8D51248F}" dt="2020-09-30T12:37:37.128" v="207" actId="20577"/>
        <pc:sldMkLst>
          <pc:docMk/>
          <pc:sldMk cId="2197451860" sldId="259"/>
        </pc:sldMkLst>
        <pc:spChg chg="mod">
          <ac:chgData name="forys p.g. (pgf1u19)" userId="S::pgf1u19@soton.ac.uk::c9e18917-3ec0-4071-a45d-b7cbca311432" providerId="AD" clId="Web-{4C3E5325-540F-BEAC-2DE1-695A8D51248F}" dt="2020-09-30T12:27:47.629" v="13" actId="20577"/>
          <ac:spMkLst>
            <pc:docMk/>
            <pc:sldMk cId="2197451860" sldId="259"/>
            <ac:spMk id="2" creationId="{F8705AEC-A772-4813-BCC7-CBB9B0675F88}"/>
          </ac:spMkLst>
        </pc:spChg>
        <pc:spChg chg="mod">
          <ac:chgData name="forys p.g. (pgf1u19)" userId="S::pgf1u19@soton.ac.uk::c9e18917-3ec0-4071-a45d-b7cbca311432" providerId="AD" clId="Web-{4C3E5325-540F-BEAC-2DE1-695A8D51248F}" dt="2020-09-30T12:37:37.128" v="207" actId="20577"/>
          <ac:spMkLst>
            <pc:docMk/>
            <pc:sldMk cId="2197451860" sldId="259"/>
            <ac:spMk id="3" creationId="{90303D84-A551-4E7D-9CE5-6AD514444533}"/>
          </ac:spMkLst>
        </pc:spChg>
      </pc:sldChg>
      <pc:sldChg chg="modSp new">
        <pc:chgData name="forys p.g. (pgf1u19)" userId="S::pgf1u19@soton.ac.uk::c9e18917-3ec0-4071-a45d-b7cbca311432" providerId="AD" clId="Web-{4C3E5325-540F-BEAC-2DE1-695A8D51248F}" dt="2020-09-30T12:37:18.425" v="189" actId="20577"/>
        <pc:sldMkLst>
          <pc:docMk/>
          <pc:sldMk cId="266832973" sldId="262"/>
        </pc:sldMkLst>
        <pc:spChg chg="mod">
          <ac:chgData name="forys p.g. (pgf1u19)" userId="S::pgf1u19@soton.ac.uk::c9e18917-3ec0-4071-a45d-b7cbca311432" providerId="AD" clId="Web-{4C3E5325-540F-BEAC-2DE1-695A8D51248F}" dt="2020-09-30T12:36:00.081" v="118" actId="20577"/>
          <ac:spMkLst>
            <pc:docMk/>
            <pc:sldMk cId="266832973" sldId="262"/>
            <ac:spMk id="2" creationId="{E21AEA18-2CF6-4595-8B8E-1DC94315D031}"/>
          </ac:spMkLst>
        </pc:spChg>
        <pc:spChg chg="mod">
          <ac:chgData name="forys p.g. (pgf1u19)" userId="S::pgf1u19@soton.ac.uk::c9e18917-3ec0-4071-a45d-b7cbca311432" providerId="AD" clId="Web-{4C3E5325-540F-BEAC-2DE1-695A8D51248F}" dt="2020-09-30T12:37:18.425" v="189" actId="20577"/>
          <ac:spMkLst>
            <pc:docMk/>
            <pc:sldMk cId="266832973" sldId="262"/>
            <ac:spMk id="3" creationId="{2BBD6822-0A3F-4D21-9826-2571449358F3}"/>
          </ac:spMkLst>
        </pc:spChg>
      </pc:sldChg>
    </pc:docChg>
  </pc:docChgLst>
  <pc:docChgLst>
    <pc:chgData name="o'brien m.a. (mao1g19)" userId="S::mao1g19@soton.ac.uk::4b27b8f5-9906-47a1-b728-23f13a5402b6" providerId="AD" clId="Web-{81470DFA-FC28-892F-5C9E-E8D71A24027B}"/>
    <pc:docChg chg="modSld">
      <pc:chgData name="o'brien m.a. (mao1g19)" userId="S::mao1g19@soton.ac.uk::4b27b8f5-9906-47a1-b728-23f13a5402b6" providerId="AD" clId="Web-{81470DFA-FC28-892F-5C9E-E8D71A24027B}" dt="2020-10-08T16:14:45.927" v="1148"/>
      <pc:docMkLst>
        <pc:docMk/>
      </pc:docMkLst>
      <pc:sldChg chg="modNotes">
        <pc:chgData name="o'brien m.a. (mao1g19)" userId="S::mao1g19@soton.ac.uk::4b27b8f5-9906-47a1-b728-23f13a5402b6" providerId="AD" clId="Web-{81470DFA-FC28-892F-5C9E-E8D71A24027B}" dt="2020-10-07T15:15:55.344" v="11"/>
        <pc:sldMkLst>
          <pc:docMk/>
          <pc:sldMk cId="11457054" sldId="256"/>
        </pc:sldMkLst>
      </pc:sldChg>
      <pc:sldChg chg="modSp modNotes">
        <pc:chgData name="o'brien m.a. (mao1g19)" userId="S::mao1g19@soton.ac.uk::4b27b8f5-9906-47a1-b728-23f13a5402b6" providerId="AD" clId="Web-{81470DFA-FC28-892F-5C9E-E8D71A24027B}" dt="2020-10-08T16:06:11.768" v="800"/>
        <pc:sldMkLst>
          <pc:docMk/>
          <pc:sldMk cId="70479558" sldId="261"/>
        </pc:sldMkLst>
        <pc:picChg chg="mod">
          <ac:chgData name="o'brien m.a. (mao1g19)" userId="S::mao1g19@soton.ac.uk::4b27b8f5-9906-47a1-b728-23f13a5402b6" providerId="AD" clId="Web-{81470DFA-FC28-892F-5C9E-E8D71A24027B}" dt="2020-10-07T15:04:23.108" v="0" actId="1076"/>
          <ac:picMkLst>
            <pc:docMk/>
            <pc:sldMk cId="70479558" sldId="261"/>
            <ac:picMk id="4" creationId="{B920E3F7-1546-48CA-B665-1A8449D0CDDA}"/>
          </ac:picMkLst>
        </pc:picChg>
      </pc:sldChg>
      <pc:sldChg chg="modNotes">
        <pc:chgData name="o'brien m.a. (mao1g19)" userId="S::mao1g19@soton.ac.uk::4b27b8f5-9906-47a1-b728-23f13a5402b6" providerId="AD" clId="Web-{81470DFA-FC28-892F-5C9E-E8D71A24027B}" dt="2020-10-08T16:07:09.222" v="919"/>
        <pc:sldMkLst>
          <pc:docMk/>
          <pc:sldMk cId="952771496" sldId="264"/>
        </pc:sldMkLst>
      </pc:sldChg>
      <pc:sldChg chg="modSp modNotes">
        <pc:chgData name="o'brien m.a. (mao1g19)" userId="S::mao1g19@soton.ac.uk::4b27b8f5-9906-47a1-b728-23f13a5402b6" providerId="AD" clId="Web-{81470DFA-FC28-892F-5C9E-E8D71A24027B}" dt="2020-10-08T16:14:45.927" v="1148"/>
        <pc:sldMkLst>
          <pc:docMk/>
          <pc:sldMk cId="4003261114" sldId="265"/>
        </pc:sldMkLst>
        <pc:spChg chg="mod">
          <ac:chgData name="o'brien m.a. (mao1g19)" userId="S::mao1g19@soton.ac.uk::4b27b8f5-9906-47a1-b728-23f13a5402b6" providerId="AD" clId="Web-{81470DFA-FC28-892F-5C9E-E8D71A24027B}" dt="2020-10-08T16:12:25.661" v="1017" actId="20577"/>
          <ac:spMkLst>
            <pc:docMk/>
            <pc:sldMk cId="4003261114" sldId="265"/>
            <ac:spMk id="3" creationId="{9680176E-912C-4A81-AA91-493C801C7CA5}"/>
          </ac:spMkLst>
        </pc:spChg>
      </pc:sldChg>
      <pc:sldChg chg="modNotes">
        <pc:chgData name="o'brien m.a. (mao1g19)" userId="S::mao1g19@soton.ac.uk::4b27b8f5-9906-47a1-b728-23f13a5402b6" providerId="AD" clId="Web-{81470DFA-FC28-892F-5C9E-E8D71A24027B}" dt="2020-10-08T16:02:57.080" v="695"/>
        <pc:sldMkLst>
          <pc:docMk/>
          <pc:sldMk cId="4273636232" sldId="266"/>
        </pc:sldMkLst>
      </pc:sldChg>
    </pc:docChg>
  </pc:docChgLst>
  <pc:docChgLst>
    <pc:chgData name="o'brien m.a. (mao1g19)" userId="S::mao1g19@soton.ac.uk::4b27b8f5-9906-47a1-b728-23f13a5402b6" providerId="AD" clId="Web-{8A256C43-41B4-2C1E-406F-6ACB4BD615F1}"/>
    <pc:docChg chg="modSld">
      <pc:chgData name="o'brien m.a. (mao1g19)" userId="S::mao1g19@soton.ac.uk::4b27b8f5-9906-47a1-b728-23f13a5402b6" providerId="AD" clId="Web-{8A256C43-41B4-2C1E-406F-6ACB4BD615F1}" dt="2020-10-08T17:52:40.100" v="3"/>
      <pc:docMkLst>
        <pc:docMk/>
      </pc:docMkLst>
      <pc:sldChg chg="modNotes">
        <pc:chgData name="o'brien m.a. (mao1g19)" userId="S::mao1g19@soton.ac.uk::4b27b8f5-9906-47a1-b728-23f13a5402b6" providerId="AD" clId="Web-{8A256C43-41B4-2C1E-406F-6ACB4BD615F1}" dt="2020-10-08T17:52:40.100" v="3"/>
        <pc:sldMkLst>
          <pc:docMk/>
          <pc:sldMk cId="4003261114" sldId="265"/>
        </pc:sldMkLst>
      </pc:sldChg>
      <pc:sldChg chg="delSp">
        <pc:chgData name="o'brien m.a. (mao1g19)" userId="S::mao1g19@soton.ac.uk::4b27b8f5-9906-47a1-b728-23f13a5402b6" providerId="AD" clId="Web-{8A256C43-41B4-2C1E-406F-6ACB4BD615F1}" dt="2020-10-08T17:35:43.673" v="0"/>
        <pc:sldMkLst>
          <pc:docMk/>
          <pc:sldMk cId="1064561915" sldId="269"/>
        </pc:sldMkLst>
        <pc:spChg chg="del">
          <ac:chgData name="o'brien m.a. (mao1g19)" userId="S::mao1g19@soton.ac.uk::4b27b8f5-9906-47a1-b728-23f13a5402b6" providerId="AD" clId="Web-{8A256C43-41B4-2C1E-406F-6ACB4BD615F1}" dt="2020-10-08T17:35:43.673" v="0"/>
          <ac:spMkLst>
            <pc:docMk/>
            <pc:sldMk cId="1064561915" sldId="269"/>
            <ac:spMk id="3" creationId="{F8A858E0-E713-4AC9-9015-58E296BE4B87}"/>
          </ac:spMkLst>
        </pc:spChg>
      </pc:sldChg>
    </pc:docChg>
  </pc:docChgLst>
  <pc:docChgLst>
    <pc:chgData name="Marek Frodyma" userId="3b6ff9d0-c327-4f94-b329-f6f6c0af215c" providerId="ADAL" clId="{0493F3BE-B04C-46A9-BB5E-DAE6FF16473A}"/>
    <pc:docChg chg="undo custSel addSld modSld">
      <pc:chgData name="Marek Frodyma" userId="3b6ff9d0-c327-4f94-b329-f6f6c0af215c" providerId="ADAL" clId="{0493F3BE-B04C-46A9-BB5E-DAE6FF16473A}" dt="2023-10-05T17:45:59.253" v="9" actId="1076"/>
      <pc:docMkLst>
        <pc:docMk/>
      </pc:docMkLst>
      <pc:sldChg chg="modSp mod">
        <pc:chgData name="Marek Frodyma" userId="3b6ff9d0-c327-4f94-b329-f6f6c0af215c" providerId="ADAL" clId="{0493F3BE-B04C-46A9-BB5E-DAE6FF16473A}" dt="2023-10-05T17:15:15.977" v="1" actId="1076"/>
        <pc:sldMkLst>
          <pc:docMk/>
          <pc:sldMk cId="2294704756" sldId="270"/>
        </pc:sldMkLst>
        <pc:spChg chg="mod">
          <ac:chgData name="Marek Frodyma" userId="3b6ff9d0-c327-4f94-b329-f6f6c0af215c" providerId="ADAL" clId="{0493F3BE-B04C-46A9-BB5E-DAE6FF16473A}" dt="2023-10-05T17:15:15.977" v="1" actId="1076"/>
          <ac:spMkLst>
            <pc:docMk/>
            <pc:sldMk cId="2294704756" sldId="270"/>
            <ac:spMk id="2" creationId="{1D58D569-7309-B83C-ACA7-DC0C1099457C}"/>
          </ac:spMkLst>
        </pc:spChg>
      </pc:sldChg>
      <pc:sldChg chg="addSp delSp modSp new mod">
        <pc:chgData name="Marek Frodyma" userId="3b6ff9d0-c327-4f94-b329-f6f6c0af215c" providerId="ADAL" clId="{0493F3BE-B04C-46A9-BB5E-DAE6FF16473A}" dt="2023-10-05T17:45:59.253" v="9" actId="1076"/>
        <pc:sldMkLst>
          <pc:docMk/>
          <pc:sldMk cId="1384515037" sldId="271"/>
        </pc:sldMkLst>
        <pc:spChg chg="del">
          <ac:chgData name="Marek Frodyma" userId="3b6ff9d0-c327-4f94-b329-f6f6c0af215c" providerId="ADAL" clId="{0493F3BE-B04C-46A9-BB5E-DAE6FF16473A}" dt="2023-10-05T17:45:53.176" v="5" actId="478"/>
          <ac:spMkLst>
            <pc:docMk/>
            <pc:sldMk cId="1384515037" sldId="271"/>
            <ac:spMk id="2" creationId="{AA56AB87-0E69-FFBC-27F0-FF78AB012B1E}"/>
          </ac:spMkLst>
        </pc:spChg>
        <pc:spChg chg="del">
          <ac:chgData name="Marek Frodyma" userId="3b6ff9d0-c327-4f94-b329-f6f6c0af215c" providerId="ADAL" clId="{0493F3BE-B04C-46A9-BB5E-DAE6FF16473A}" dt="2023-10-05T17:45:54.031" v="6" actId="478"/>
          <ac:spMkLst>
            <pc:docMk/>
            <pc:sldMk cId="1384515037" sldId="271"/>
            <ac:spMk id="3" creationId="{62EB8292-E5A8-3FD8-8786-15A1A22812AA}"/>
          </ac:spMkLst>
        </pc:spChg>
        <pc:picChg chg="add mod">
          <ac:chgData name="Marek Frodyma" userId="3b6ff9d0-c327-4f94-b329-f6f6c0af215c" providerId="ADAL" clId="{0493F3BE-B04C-46A9-BB5E-DAE6FF16473A}" dt="2023-10-05T17:45:59.253" v="9" actId="1076"/>
          <ac:picMkLst>
            <pc:docMk/>
            <pc:sldMk cId="1384515037" sldId="271"/>
            <ac:picMk id="4" creationId="{3949ABF1-565B-AFDA-CB5C-B93D6F1CAA8B}"/>
          </ac:picMkLst>
        </pc:picChg>
      </pc:sldChg>
    </pc:docChg>
  </pc:docChgLst>
  <pc:docChgLst>
    <pc:chgData name="Andreas Demenagas (ad1u20)" userId="S::ad1u20@soton.ac.uk::f5d7f336-a571-47e0-8ba9-ea2b516d0c01" providerId="AD" clId="Web-{7296E7E0-3640-B14D-7CC7-E18DC5ACAE84}"/>
    <pc:docChg chg="modSld">
      <pc:chgData name="Andreas Demenagas (ad1u20)" userId="S::ad1u20@soton.ac.uk::f5d7f336-a571-47e0-8ba9-ea2b516d0c01" providerId="AD" clId="Web-{7296E7E0-3640-B14D-7CC7-E18DC5ACAE84}" dt="2022-10-06T18:30:54.191" v="4" actId="1076"/>
      <pc:docMkLst>
        <pc:docMk/>
      </pc:docMkLst>
      <pc:sldChg chg="modSp">
        <pc:chgData name="Andreas Demenagas (ad1u20)" userId="S::ad1u20@soton.ac.uk::f5d7f336-a571-47e0-8ba9-ea2b516d0c01" providerId="AD" clId="Web-{7296E7E0-3640-B14D-7CC7-E18DC5ACAE84}" dt="2022-10-06T18:10:42.050" v="2" actId="1076"/>
        <pc:sldMkLst>
          <pc:docMk/>
          <pc:sldMk cId="4273636232" sldId="266"/>
        </pc:sldMkLst>
        <pc:picChg chg="mod">
          <ac:chgData name="Andreas Demenagas (ad1u20)" userId="S::ad1u20@soton.ac.uk::f5d7f336-a571-47e0-8ba9-ea2b516d0c01" providerId="AD" clId="Web-{7296E7E0-3640-B14D-7CC7-E18DC5ACAE84}" dt="2022-10-06T18:10:42.050" v="2" actId="1076"/>
          <ac:picMkLst>
            <pc:docMk/>
            <pc:sldMk cId="4273636232" sldId="266"/>
            <ac:picMk id="15" creationId="{26C1828F-3E76-405B-98CD-EDC5E7CB0D8F}"/>
          </ac:picMkLst>
        </pc:picChg>
      </pc:sldChg>
      <pc:sldChg chg="modSp">
        <pc:chgData name="Andreas Demenagas (ad1u20)" userId="S::ad1u20@soton.ac.uk::f5d7f336-a571-47e0-8ba9-ea2b516d0c01" providerId="AD" clId="Web-{7296E7E0-3640-B14D-7CC7-E18DC5ACAE84}" dt="2022-10-06T18:10:57.817" v="3" actId="1076"/>
        <pc:sldMkLst>
          <pc:docMk/>
          <pc:sldMk cId="3486083925" sldId="274"/>
        </pc:sldMkLst>
        <pc:spChg chg="mod">
          <ac:chgData name="Andreas Demenagas (ad1u20)" userId="S::ad1u20@soton.ac.uk::f5d7f336-a571-47e0-8ba9-ea2b516d0c01" providerId="AD" clId="Web-{7296E7E0-3640-B14D-7CC7-E18DC5ACAE84}" dt="2022-10-06T18:10:21.611" v="1" actId="20577"/>
          <ac:spMkLst>
            <pc:docMk/>
            <pc:sldMk cId="3486083925" sldId="274"/>
            <ac:spMk id="3" creationId="{A46AA4A6-D48C-40E2-9DCE-C77C19766718}"/>
          </ac:spMkLst>
        </pc:spChg>
        <pc:picChg chg="mod">
          <ac:chgData name="Andreas Demenagas (ad1u20)" userId="S::ad1u20@soton.ac.uk::f5d7f336-a571-47e0-8ba9-ea2b516d0c01" providerId="AD" clId="Web-{7296E7E0-3640-B14D-7CC7-E18DC5ACAE84}" dt="2022-10-06T18:10:57.817" v="3" actId="1076"/>
          <ac:picMkLst>
            <pc:docMk/>
            <pc:sldMk cId="3486083925" sldId="274"/>
            <ac:picMk id="12" creationId="{540BB429-B3B4-4BF0-BFB0-A05B586CADFA}"/>
          </ac:picMkLst>
        </pc:picChg>
      </pc:sldChg>
      <pc:sldChg chg="modSp">
        <pc:chgData name="Andreas Demenagas (ad1u20)" userId="S::ad1u20@soton.ac.uk::f5d7f336-a571-47e0-8ba9-ea2b516d0c01" providerId="AD" clId="Web-{7296E7E0-3640-B14D-7CC7-E18DC5ACAE84}" dt="2022-10-06T18:30:54.191" v="4" actId="1076"/>
        <pc:sldMkLst>
          <pc:docMk/>
          <pc:sldMk cId="1345559212" sldId="281"/>
        </pc:sldMkLst>
        <pc:picChg chg="mod">
          <ac:chgData name="Andreas Demenagas (ad1u20)" userId="S::ad1u20@soton.ac.uk::f5d7f336-a571-47e0-8ba9-ea2b516d0c01" providerId="AD" clId="Web-{7296E7E0-3640-B14D-7CC7-E18DC5ACAE84}" dt="2022-10-06T18:30:54.191" v="4" actId="1076"/>
          <ac:picMkLst>
            <pc:docMk/>
            <pc:sldMk cId="1345559212" sldId="281"/>
            <ac:picMk id="18" creationId="{7A179520-F589-4C01-8800-C4F53F5F55F6}"/>
          </ac:picMkLst>
        </pc:picChg>
      </pc:sldChg>
    </pc:docChg>
  </pc:docChgLst>
  <pc:docChgLst>
    <pc:chgData name="Max O'Brien (mao1g19)" userId="S::mao1g19@soton.ac.uk::4b27b8f5-9906-47a1-b728-23f13a5402b6" providerId="AD" clId="Web-{4310B69C-96D5-5B83-AC9D-68A615B3EC0F}"/>
    <pc:docChg chg="modSld">
      <pc:chgData name="Max O'Brien (mao1g19)" userId="S::mao1g19@soton.ac.uk::4b27b8f5-9906-47a1-b728-23f13a5402b6" providerId="AD" clId="Web-{4310B69C-96D5-5B83-AC9D-68A615B3EC0F}" dt="2021-10-04T11:25:42.223" v="199"/>
      <pc:docMkLst>
        <pc:docMk/>
      </pc:docMkLst>
      <pc:sldChg chg="modNotes">
        <pc:chgData name="Max O'Brien (mao1g19)" userId="S::mao1g19@soton.ac.uk::4b27b8f5-9906-47a1-b728-23f13a5402b6" providerId="AD" clId="Web-{4310B69C-96D5-5B83-AC9D-68A615B3EC0F}" dt="2021-10-04T11:22:28.874" v="56"/>
        <pc:sldMkLst>
          <pc:docMk/>
          <pc:sldMk cId="2872556588" sldId="258"/>
        </pc:sldMkLst>
      </pc:sldChg>
      <pc:sldChg chg="modNotes">
        <pc:chgData name="Max O'Brien (mao1g19)" userId="S::mao1g19@soton.ac.uk::4b27b8f5-9906-47a1-b728-23f13a5402b6" providerId="AD" clId="Web-{4310B69C-96D5-5B83-AC9D-68A615B3EC0F}" dt="2021-10-04T11:25:42.223" v="199"/>
        <pc:sldMkLst>
          <pc:docMk/>
          <pc:sldMk cId="4273636232" sldId="266"/>
        </pc:sldMkLst>
      </pc:sldChg>
    </pc:docChg>
  </pc:docChgLst>
  <pc:docChgLst>
    <pc:chgData name="vijayaratnam r.c.f. (rcfv1g18)" userId="S::rcfv1g18@soton.ac.uk::05c908f2-f575-427d-bbaa-8c9c06637bf9" providerId="AD" clId="Web-{A5CD0C28-AA41-B6E1-FE19-AA8D78C08E39}"/>
    <pc:docChg chg="modSld sldOrd">
      <pc:chgData name="vijayaratnam r.c.f. (rcfv1g18)" userId="S::rcfv1g18@soton.ac.uk::05c908f2-f575-427d-bbaa-8c9c06637bf9" providerId="AD" clId="Web-{A5CD0C28-AA41-B6E1-FE19-AA8D78C08E39}" dt="2020-10-07T15:43:18.016" v="119" actId="20577"/>
      <pc:docMkLst>
        <pc:docMk/>
      </pc:docMkLst>
      <pc:sldChg chg="ord">
        <pc:chgData name="vijayaratnam r.c.f. (rcfv1g18)" userId="S::rcfv1g18@soton.ac.uk::05c908f2-f575-427d-bbaa-8c9c06637bf9" providerId="AD" clId="Web-{A5CD0C28-AA41-B6E1-FE19-AA8D78C08E39}" dt="2020-10-07T15:13:58.836" v="49"/>
        <pc:sldMkLst>
          <pc:docMk/>
          <pc:sldMk cId="2331475474" sldId="260"/>
        </pc:sldMkLst>
      </pc:sldChg>
      <pc:sldChg chg="modSp">
        <pc:chgData name="vijayaratnam r.c.f. (rcfv1g18)" userId="S::rcfv1g18@soton.ac.uk::05c908f2-f575-427d-bbaa-8c9c06637bf9" providerId="AD" clId="Web-{A5CD0C28-AA41-B6E1-FE19-AA8D78C08E39}" dt="2020-10-07T15:14:19.664" v="52" actId="20577"/>
        <pc:sldMkLst>
          <pc:docMk/>
          <pc:sldMk cId="266832973" sldId="262"/>
        </pc:sldMkLst>
        <pc:spChg chg="mod">
          <ac:chgData name="vijayaratnam r.c.f. (rcfv1g18)" userId="S::rcfv1g18@soton.ac.uk::05c908f2-f575-427d-bbaa-8c9c06637bf9" providerId="AD" clId="Web-{A5CD0C28-AA41-B6E1-FE19-AA8D78C08E39}" dt="2020-10-07T15:14:19.664" v="52" actId="20577"/>
          <ac:spMkLst>
            <pc:docMk/>
            <pc:sldMk cId="266832973" sldId="262"/>
            <ac:spMk id="3" creationId="{2BBD6822-0A3F-4D21-9826-2571449358F3}"/>
          </ac:spMkLst>
        </pc:spChg>
      </pc:sldChg>
      <pc:sldChg chg="modSp ord">
        <pc:chgData name="vijayaratnam r.c.f. (rcfv1g18)" userId="S::rcfv1g18@soton.ac.uk::05c908f2-f575-427d-bbaa-8c9c06637bf9" providerId="AD" clId="Web-{A5CD0C28-AA41-B6E1-FE19-AA8D78C08E39}" dt="2020-10-07T15:43:18.016" v="118" actId="20577"/>
        <pc:sldMkLst>
          <pc:docMk/>
          <pc:sldMk cId="1071121039" sldId="263"/>
        </pc:sldMkLst>
        <pc:spChg chg="mod">
          <ac:chgData name="vijayaratnam r.c.f. (rcfv1g18)" userId="S::rcfv1g18@soton.ac.uk::05c908f2-f575-427d-bbaa-8c9c06637bf9" providerId="AD" clId="Web-{A5CD0C28-AA41-B6E1-FE19-AA8D78C08E39}" dt="2020-10-07T15:43:18.016" v="118" actId="20577"/>
          <ac:spMkLst>
            <pc:docMk/>
            <pc:sldMk cId="1071121039" sldId="263"/>
            <ac:spMk id="3" creationId="{10D9D3C8-0291-4A17-A83B-A6515D056B87}"/>
          </ac:spMkLst>
        </pc:spChg>
      </pc:sldChg>
      <pc:sldChg chg="ord">
        <pc:chgData name="vijayaratnam r.c.f. (rcfv1g18)" userId="S::rcfv1g18@soton.ac.uk::05c908f2-f575-427d-bbaa-8c9c06637bf9" providerId="AD" clId="Web-{A5CD0C28-AA41-B6E1-FE19-AA8D78C08E39}" dt="2020-10-07T15:42:29.298" v="55"/>
        <pc:sldMkLst>
          <pc:docMk/>
          <pc:sldMk cId="1311911284" sldId="267"/>
        </pc:sldMkLst>
      </pc:sldChg>
      <pc:sldChg chg="ord">
        <pc:chgData name="vijayaratnam r.c.f. (rcfv1g18)" userId="S::rcfv1g18@soton.ac.uk::05c908f2-f575-427d-bbaa-8c9c06637bf9" providerId="AD" clId="Web-{A5CD0C28-AA41-B6E1-FE19-AA8D78C08E39}" dt="2020-10-07T15:42:30.751" v="56"/>
        <pc:sldMkLst>
          <pc:docMk/>
          <pc:sldMk cId="4161741272" sldId="268"/>
        </pc:sldMkLst>
      </pc:sldChg>
    </pc:docChg>
  </pc:docChgLst>
  <pc:docChgLst>
    <pc:chgData name="Toby Godfrey (tmag1g21)" userId="S::tmag1g21@soton.ac.uk::8bc389c1-7653-47d1-8d3c-449ef9682d03" providerId="AD" clId="Web-{3EB29AF8-0D82-AE6A-0849-27223CF07F21}"/>
    <pc:docChg chg="addSld delSld modSld">
      <pc:chgData name="Toby Godfrey (tmag1g21)" userId="S::tmag1g21@soton.ac.uk::8bc389c1-7653-47d1-8d3c-449ef9682d03" providerId="AD" clId="Web-{3EB29AF8-0D82-AE6A-0849-27223CF07F21}" dt="2023-09-29T14:44:07.821" v="455" actId="20577"/>
      <pc:docMkLst>
        <pc:docMk/>
      </pc:docMkLst>
      <pc:sldChg chg="delSp modSp">
        <pc:chgData name="Toby Godfrey (tmag1g21)" userId="S::tmag1g21@soton.ac.uk::8bc389c1-7653-47d1-8d3c-449ef9682d03" providerId="AD" clId="Web-{3EB29AF8-0D82-AE6A-0849-27223CF07F21}" dt="2023-09-29T13:22:28.656" v="48" actId="1076"/>
        <pc:sldMkLst>
          <pc:docMk/>
          <pc:sldMk cId="11457054" sldId="256"/>
        </pc:sldMkLst>
        <pc:spChg chg="mod">
          <ac:chgData name="Toby Godfrey (tmag1g21)" userId="S::tmag1g21@soton.ac.uk::8bc389c1-7653-47d1-8d3c-449ef9682d03" providerId="AD" clId="Web-{3EB29AF8-0D82-AE6A-0849-27223CF07F21}" dt="2023-09-29T13:22:28.656" v="48" actId="1076"/>
          <ac:spMkLst>
            <pc:docMk/>
            <pc:sldMk cId="11457054" sldId="256"/>
            <ac:spMk id="2" creationId="{9F3BFEC1-0428-49A7-9F31-3CFA686C9863}"/>
          </ac:spMkLst>
        </pc:spChg>
        <pc:spChg chg="del mod">
          <ac:chgData name="Toby Godfrey (tmag1g21)" userId="S::tmag1g21@soton.ac.uk::8bc389c1-7653-47d1-8d3c-449ef9682d03" providerId="AD" clId="Web-{3EB29AF8-0D82-AE6A-0849-27223CF07F21}" dt="2023-09-29T13:22:16.608" v="47"/>
          <ac:spMkLst>
            <pc:docMk/>
            <pc:sldMk cId="11457054" sldId="256"/>
            <ac:spMk id="6" creationId="{5C4A6425-8670-4D5B-AEBC-C7C12F9A2763}"/>
          </ac:spMkLst>
        </pc:spChg>
      </pc:sldChg>
      <pc:sldChg chg="del">
        <pc:chgData name="Toby Godfrey (tmag1g21)" userId="S::tmag1g21@soton.ac.uk::8bc389c1-7653-47d1-8d3c-449ef9682d03" providerId="AD" clId="Web-{3EB29AF8-0D82-AE6A-0849-27223CF07F21}" dt="2023-09-29T13:18:39.131" v="9"/>
        <pc:sldMkLst>
          <pc:docMk/>
          <pc:sldMk cId="2331475474" sldId="260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131" v="12"/>
        <pc:sldMkLst>
          <pc:docMk/>
          <pc:sldMk cId="70479558" sldId="261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131" v="10"/>
        <pc:sldMkLst>
          <pc:docMk/>
          <pc:sldMk cId="952771496" sldId="264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053" v="3"/>
        <pc:sldMkLst>
          <pc:docMk/>
          <pc:sldMk cId="4003261114" sldId="265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069" v="5"/>
        <pc:sldMkLst>
          <pc:docMk/>
          <pc:sldMk cId="4273636232" sldId="266"/>
        </pc:sldMkLst>
      </pc:sldChg>
      <pc:sldChg chg="del">
        <pc:chgData name="Toby Godfrey (tmag1g21)" userId="S::tmag1g21@soton.ac.uk::8bc389c1-7653-47d1-8d3c-449ef9682d03" providerId="AD" clId="Web-{3EB29AF8-0D82-AE6A-0849-27223CF07F21}" dt="2023-09-29T14:35:59.727" v="437"/>
        <pc:sldMkLst>
          <pc:docMk/>
          <pc:sldMk cId="1064561915" sldId="269"/>
        </pc:sldMkLst>
      </pc:sldChg>
      <pc:sldChg chg="modSp new">
        <pc:chgData name="Toby Godfrey (tmag1g21)" userId="S::tmag1g21@soton.ac.uk::8bc389c1-7653-47d1-8d3c-449ef9682d03" providerId="AD" clId="Web-{3EB29AF8-0D82-AE6A-0849-27223CF07F21}" dt="2023-09-29T14:44:07.821" v="455" actId="20577"/>
        <pc:sldMkLst>
          <pc:docMk/>
          <pc:sldMk cId="2294704756" sldId="270"/>
        </pc:sldMkLst>
        <pc:spChg chg="mod">
          <ac:chgData name="Toby Godfrey (tmag1g21)" userId="S::tmag1g21@soton.ac.uk::8bc389c1-7653-47d1-8d3c-449ef9682d03" providerId="AD" clId="Web-{3EB29AF8-0D82-AE6A-0849-27223CF07F21}" dt="2023-09-29T13:56:02.605" v="332" actId="20577"/>
          <ac:spMkLst>
            <pc:docMk/>
            <pc:sldMk cId="2294704756" sldId="270"/>
            <ac:spMk id="2" creationId="{1D58D569-7309-B83C-ACA7-DC0C1099457C}"/>
          </ac:spMkLst>
        </pc:spChg>
        <pc:spChg chg="mod">
          <ac:chgData name="Toby Godfrey (tmag1g21)" userId="S::tmag1g21@soton.ac.uk::8bc389c1-7653-47d1-8d3c-449ef9682d03" providerId="AD" clId="Web-{3EB29AF8-0D82-AE6A-0849-27223CF07F21}" dt="2023-09-29T14:44:07.821" v="455" actId="20577"/>
          <ac:spMkLst>
            <pc:docMk/>
            <pc:sldMk cId="2294704756" sldId="270"/>
            <ac:spMk id="3" creationId="{E4C7E850-C7FE-ECDC-F84E-940603099641}"/>
          </ac:spMkLst>
        </pc:spChg>
      </pc:sldChg>
      <pc:sldChg chg="del">
        <pc:chgData name="Toby Godfrey (tmag1g21)" userId="S::tmag1g21@soton.ac.uk::8bc389c1-7653-47d1-8d3c-449ef9682d03" providerId="AD" clId="Web-{3EB29AF8-0D82-AE6A-0849-27223CF07F21}" dt="2023-09-29T13:18:39.053" v="0"/>
        <pc:sldMkLst>
          <pc:docMk/>
          <pc:sldMk cId="1873852154" sldId="271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084" v="7"/>
        <pc:sldMkLst>
          <pc:docMk/>
          <pc:sldMk cId="3486083925" sldId="274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147" v="16"/>
        <pc:sldMkLst>
          <pc:docMk/>
          <pc:sldMk cId="3054045497" sldId="277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147" v="15"/>
        <pc:sldMkLst>
          <pc:docMk/>
          <pc:sldMk cId="2710395557" sldId="279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131" v="13"/>
        <pc:sldMkLst>
          <pc:docMk/>
          <pc:sldMk cId="1976167510" sldId="280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147" v="14"/>
        <pc:sldMkLst>
          <pc:docMk/>
          <pc:sldMk cId="1345559212" sldId="281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131" v="8"/>
        <pc:sldMkLst>
          <pc:docMk/>
          <pc:sldMk cId="1555978848" sldId="282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053" v="1"/>
        <pc:sldMkLst>
          <pc:docMk/>
          <pc:sldMk cId="4235371649" sldId="283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053" v="2"/>
        <pc:sldMkLst>
          <pc:docMk/>
          <pc:sldMk cId="3603265051" sldId="284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131" v="11"/>
        <pc:sldMkLst>
          <pc:docMk/>
          <pc:sldMk cId="3437224875" sldId="285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069" v="4"/>
        <pc:sldMkLst>
          <pc:docMk/>
          <pc:sldMk cId="3991550235" sldId="286"/>
        </pc:sldMkLst>
      </pc:sldChg>
      <pc:sldChg chg="del">
        <pc:chgData name="Toby Godfrey (tmag1g21)" userId="S::tmag1g21@soton.ac.uk::8bc389c1-7653-47d1-8d3c-449ef9682d03" providerId="AD" clId="Web-{3EB29AF8-0D82-AE6A-0849-27223CF07F21}" dt="2023-09-29T13:18:39.084" v="6"/>
        <pc:sldMkLst>
          <pc:docMk/>
          <pc:sldMk cId="1711231843" sldId="287"/>
        </pc:sldMkLst>
      </pc:sldChg>
    </pc:docChg>
  </pc:docChgLst>
  <pc:docChgLst>
    <pc:chgData name="Andreas Demenagas (ad1u20)" userId="S::ad1u20@soton.ac.uk::f5d7f336-a571-47e0-8ba9-ea2b516d0c01" providerId="AD" clId="Web-{E49A4B6E-5BDA-0592-F12B-E9FB56D79877}"/>
    <pc:docChg chg="modSld">
      <pc:chgData name="Andreas Demenagas (ad1u20)" userId="S::ad1u20@soton.ac.uk::f5d7f336-a571-47e0-8ba9-ea2b516d0c01" providerId="AD" clId="Web-{E49A4B6E-5BDA-0592-F12B-E9FB56D79877}" dt="2021-10-03T09:45:29.200" v="36" actId="1076"/>
      <pc:docMkLst>
        <pc:docMk/>
      </pc:docMkLst>
      <pc:sldChg chg="addSp modSp">
        <pc:chgData name="Andreas Demenagas (ad1u20)" userId="S::ad1u20@soton.ac.uk::f5d7f336-a571-47e0-8ba9-ea2b516d0c01" providerId="AD" clId="Web-{E49A4B6E-5BDA-0592-F12B-E9FB56D79877}" dt="2021-10-03T09:24:23.567" v="18" actId="1076"/>
        <pc:sldMkLst>
          <pc:docMk/>
          <pc:sldMk cId="2197451860" sldId="259"/>
        </pc:sldMkLst>
        <pc:graphicFrameChg chg="mod modGraphic">
          <ac:chgData name="Andreas Demenagas (ad1u20)" userId="S::ad1u20@soton.ac.uk::f5d7f336-a571-47e0-8ba9-ea2b516d0c01" providerId="AD" clId="Web-{E49A4B6E-5BDA-0592-F12B-E9FB56D79877}" dt="2021-10-03T09:24:23.567" v="18" actId="1076"/>
          <ac:graphicFrameMkLst>
            <pc:docMk/>
            <pc:sldMk cId="2197451860" sldId="259"/>
            <ac:graphicFrameMk id="6" creationId="{5BA2DEC6-950D-4A18-BE40-7DF1DC830466}"/>
          </ac:graphicFrameMkLst>
        </pc:graphicFrameChg>
        <pc:picChg chg="add mod">
          <ac:chgData name="Andreas Demenagas (ad1u20)" userId="S::ad1u20@soton.ac.uk::f5d7f336-a571-47e0-8ba9-ea2b516d0c01" providerId="AD" clId="Web-{E49A4B6E-5BDA-0592-F12B-E9FB56D79877}" dt="2021-10-03T09:24:00.191" v="14" actId="14100"/>
          <ac:picMkLst>
            <pc:docMk/>
            <pc:sldMk cId="2197451860" sldId="259"/>
            <ac:picMk id="21" creationId="{0D96D5AC-CC0D-41EB-A02A-22482A6762D8}"/>
          </ac:picMkLst>
        </pc:picChg>
      </pc:sldChg>
      <pc:sldChg chg="addSp modSp">
        <pc:chgData name="Andreas Demenagas (ad1u20)" userId="S::ad1u20@soton.ac.uk::f5d7f336-a571-47e0-8ba9-ea2b516d0c01" providerId="AD" clId="Web-{E49A4B6E-5BDA-0592-F12B-E9FB56D79877}" dt="2021-10-03T09:45:29.200" v="36" actId="1076"/>
        <pc:sldMkLst>
          <pc:docMk/>
          <pc:sldMk cId="1873852154" sldId="271"/>
        </pc:sldMkLst>
        <pc:spChg chg="add mod">
          <ac:chgData name="Andreas Demenagas (ad1u20)" userId="S::ad1u20@soton.ac.uk::f5d7f336-a571-47e0-8ba9-ea2b516d0c01" providerId="AD" clId="Web-{E49A4B6E-5BDA-0592-F12B-E9FB56D79877}" dt="2021-10-03T09:45:29.200" v="36" actId="1076"/>
          <ac:spMkLst>
            <pc:docMk/>
            <pc:sldMk cId="1873852154" sldId="271"/>
            <ac:spMk id="6" creationId="{D129D9D4-1B42-400E-8DC6-82D04C3B4779}"/>
          </ac:spMkLst>
        </pc:spChg>
        <pc:picChg chg="add mod">
          <ac:chgData name="Andreas Demenagas (ad1u20)" userId="S::ad1u20@soton.ac.uk::f5d7f336-a571-47e0-8ba9-ea2b516d0c01" providerId="AD" clId="Web-{E49A4B6E-5BDA-0592-F12B-E9FB56D79877}" dt="2021-10-03T09:45:21.763" v="35" actId="1076"/>
          <ac:picMkLst>
            <pc:docMk/>
            <pc:sldMk cId="1873852154" sldId="271"/>
            <ac:picMk id="4" creationId="{908DC8F4-743C-4D71-A447-E7DD5F52DEF0}"/>
          </ac:picMkLst>
        </pc:picChg>
      </pc:sldChg>
    </pc:docChg>
  </pc:docChgLst>
  <pc:docChgLst>
    <pc:chgData name="Andreas Demenagas (ad1u20)" userId="S::ad1u20@soton.ac.uk::f5d7f336-a571-47e0-8ba9-ea2b516d0c01" providerId="AD" clId="Web-{82D1CE97-DE4C-1F34-48AF-222575CD8212}"/>
    <pc:docChg chg="modSld sldOrd">
      <pc:chgData name="Andreas Demenagas (ad1u20)" userId="S::ad1u20@soton.ac.uk::f5d7f336-a571-47e0-8ba9-ea2b516d0c01" providerId="AD" clId="Web-{82D1CE97-DE4C-1F34-48AF-222575CD8212}" dt="2021-10-04T21:39:54.347" v="2" actId="1076"/>
      <pc:docMkLst>
        <pc:docMk/>
      </pc:docMkLst>
      <pc:sldChg chg="modSp">
        <pc:chgData name="Andreas Demenagas (ad1u20)" userId="S::ad1u20@soton.ac.uk::f5d7f336-a571-47e0-8ba9-ea2b516d0c01" providerId="AD" clId="Web-{82D1CE97-DE4C-1F34-48AF-222575CD8212}" dt="2021-10-04T21:39:54.347" v="2" actId="1076"/>
        <pc:sldMkLst>
          <pc:docMk/>
          <pc:sldMk cId="2872556588" sldId="258"/>
        </pc:sldMkLst>
        <pc:spChg chg="mod">
          <ac:chgData name="Andreas Demenagas (ad1u20)" userId="S::ad1u20@soton.ac.uk::f5d7f336-a571-47e0-8ba9-ea2b516d0c01" providerId="AD" clId="Web-{82D1CE97-DE4C-1F34-48AF-222575CD8212}" dt="2021-10-04T21:39:54.347" v="2" actId="1076"/>
          <ac:spMkLst>
            <pc:docMk/>
            <pc:sldMk cId="2872556588" sldId="258"/>
            <ac:spMk id="5" creationId="{35D7EF74-E621-46E4-9013-7F178222810E}"/>
          </ac:spMkLst>
        </pc:spChg>
      </pc:sldChg>
      <pc:sldChg chg="ord">
        <pc:chgData name="Andreas Demenagas (ad1u20)" userId="S::ad1u20@soton.ac.uk::f5d7f336-a571-47e0-8ba9-ea2b516d0c01" providerId="AD" clId="Web-{82D1CE97-DE4C-1F34-48AF-222575CD8212}" dt="2021-10-04T21:19:04.220" v="0"/>
        <pc:sldMkLst>
          <pc:docMk/>
          <pc:sldMk cId="3054045497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7B054-0B07-4F77-AB7C-75F50FBE5D11}" type="datetimeFigureOut">
              <a:rPr lang="en-US"/>
              <a:t>10/5/2023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D6D70-4B11-4EFC-AE25-5F74E7BDD5F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6D6D70-4B11-4EFC-AE25-5F74E7BDD5FB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17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11BC-67E5-4A26-BB86-5157FCD5A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033CB-141A-42F1-BC79-A419C204B1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spc="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75F0A-60D8-4D4F-B395-3D6F38CFC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1CD7E-54BC-4001-AE55-2BE838F7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610AA-03FC-40BD-8E45-EFFBDACB2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11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3333-F4FC-49F6-95DB-DEC25347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2BF6B-DA3C-470E-BC6E-72B74522A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C8D34-5B68-47F7-A1C2-F4C2A12A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D0DC8-4A03-45D1-89E9-D24944C9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6564F-0AA6-4670-BD00-40282257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45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9BB5B-A458-4303-95BF-BF774967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00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89A6A-68A9-4F0A-9505-9BC82619B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spc="300">
                <a:solidFill>
                  <a:schemeClr val="tx1">
                    <a:tint val="7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7DA23-46D5-4C4A-B452-A44449A6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FBEAB-44E3-4FE6-A551-04D8DA87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9549C-52DA-4705-9871-3347B215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98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F452-024E-4C6B-A2F8-766D74DA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2D48E-2B51-46E1-8CBB-E2442B70A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4F3C4-4434-47B1-9528-31AB6AC8D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45782-2E27-4C43-B08C-1BAA44E1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4298D-06D9-4F3F-A683-CF206FAD7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8253B-3B41-4F2F-A74F-59C9A117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25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39FF-B28D-4B76-86FD-612D1FA0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8B888-6982-4667-9C2A-EB8CC2CEB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BC0B8-769E-40EA-ABC9-375CFE11E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30D5E-1EE5-4573-93C2-3887393A0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B863F-8153-4928-8AA0-FF9105AD8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B715C-73E1-4DFE-881D-426709A4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B5385E-ED35-48A5-B2B1-AC3A1B5E1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F002-4C7E-464E-AC1B-A70174D9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11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CBDA-F72B-4453-B058-054247DB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36A64-B75C-408B-8B48-8BEF285B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6CA63-A084-4A9B-A61C-F62EA3E9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7E307-7E67-4252-A074-BF0F5F9B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78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44CB64-02ED-4739-842A-8DA6B79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B005B-EF04-4CBA-B02F-7F54386D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83FDD-5AA0-4206-9DC7-6F20E657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27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F3305D-6853-4DDC-8DBF-6FC5E59010D0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361FC-8DFA-40C5-AE1F-52C31E5D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A2CF1-DF59-4200-A89C-19EE64F2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6910F-CE0F-4282-B811-9DA94587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0F0B88-DB98-45AB-B958-3C344AE4A3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0100" y="209550"/>
            <a:ext cx="10591800" cy="53784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706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8849-2470-4436-B2AA-9C5DB315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143797" cy="65670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FD7A-7534-4584-B0D2-304CCDE85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95400"/>
            <a:ext cx="6172200" cy="4565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0BF79-3CF9-448D-97E4-BC576F75D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295400"/>
            <a:ext cx="3932237" cy="4573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30ED-0FF6-4C9A-9E3B-B409844F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231FB-B4C1-4664-B1D5-C5C49A14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A6FE8-2BE8-4CDE-8FF7-5A472C25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04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3F52-3E14-4989-8766-C7557244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143797" cy="65670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40438-B911-4E8B-8375-3EB20F449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05473"/>
            <a:ext cx="6172200" cy="45555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A6442-5F50-40FD-BD76-0137CDA29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13411"/>
            <a:ext cx="3932237" cy="45555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D57DB-CFCB-4BAC-9044-E3EBE5D4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E9736-457E-4CF5-90C4-F2602EC94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393D6-CCF8-4945-81C2-7E14D3EE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822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1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93843C-4559-4831-9ADC-7465D367BF89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1CBE5-4C93-4376-91F8-76F459D9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BE24C-1727-499A-B467-A9195B85C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3700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9555E-6ED9-436A-8A76-07F008CD8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D8A8EB4-F065-474A-B30B-78D6B915F40C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B549-31B2-411E-AC06-6E92E830C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29A31-9E48-4745-B92E-26E9FD8E5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42D92-73DA-4DF0-AD5A-DC676512F15E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07F77F-D993-4DAB-80B7-2595827B3DD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365125"/>
            <a:ext cx="1895104" cy="69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1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 spc="300">
          <a:solidFill>
            <a:schemeClr val="tx1"/>
          </a:solidFill>
          <a:latin typeface="Segoe UI Semilight" panose="020B0402040204020203" pitchFamily="34" charset="0"/>
          <a:ea typeface="+mj-ea"/>
          <a:cs typeface="Segoe UI Semilight" panose="020B04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godfrey.com/sufst_workshop_working.zip" TargetMode="External"/><Relationship Id="rId2" Type="http://schemas.openxmlformats.org/officeDocument/2006/relationships/hyperlink" Target="https://tgodfrey.com/sufst_workshop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FEC1-0428-49A7-9F31-3CFA686C9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3448"/>
            <a:ext cx="9144000" cy="905934"/>
          </a:xfrm>
        </p:spPr>
        <p:txBody>
          <a:bodyPr/>
          <a:lstStyle/>
          <a:p>
            <a:r>
              <a:rPr lang="en-GB" dirty="0">
                <a:latin typeface="Segoe UI Semilight"/>
                <a:cs typeface="Segoe UI Semilight"/>
              </a:rPr>
              <a:t>Software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D569-7309-B83C-ACA7-DC0C1099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 Semilight"/>
                <a:cs typeface="Segoe UI Semilight"/>
              </a:rPr>
              <a:t>What you have to do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7E850-C7FE-ECDC-F84E-940603099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1368"/>
            <a:ext cx="8483600" cy="482060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>
                <a:cs typeface="Segoe UI"/>
              </a:rPr>
              <a:t>Within the software department, the majority of code is low-level C. This workshop is designed to get you familiar with the basics of C and some firmware concepts.</a:t>
            </a:r>
          </a:p>
          <a:p>
            <a:pPr marL="0" indent="0">
              <a:buNone/>
            </a:pPr>
            <a:endParaRPr lang="en-GB" dirty="0">
              <a:cs typeface="Segoe UI"/>
            </a:endParaRPr>
          </a:p>
          <a:p>
            <a:pPr marL="0" indent="0">
              <a:buNone/>
            </a:pPr>
            <a:r>
              <a:rPr lang="en-GB" dirty="0">
                <a:cs typeface="Segoe UI"/>
              </a:rPr>
              <a:t>The </a:t>
            </a:r>
            <a:r>
              <a:rPr lang="en-GB" dirty="0" err="1">
                <a:cs typeface="Segoe UI"/>
              </a:rPr>
              <a:t>hal.h</a:t>
            </a:r>
            <a:r>
              <a:rPr lang="en-GB" dirty="0">
                <a:cs typeface="Segoe UI"/>
              </a:rPr>
              <a:t> file lists the exposed functions used for the virtual sensors.</a:t>
            </a:r>
          </a:p>
          <a:p>
            <a:pPr marL="0" indent="0">
              <a:buNone/>
            </a:pPr>
            <a:endParaRPr lang="en-GB" dirty="0">
              <a:cs typeface="Segoe UI"/>
            </a:endParaRPr>
          </a:p>
          <a:p>
            <a:pPr marL="457200" indent="-457200"/>
            <a:r>
              <a:rPr lang="en-GB" dirty="0">
                <a:cs typeface="Segoe UI"/>
              </a:rPr>
              <a:t>Complete the function in </a:t>
            </a:r>
            <a:r>
              <a:rPr lang="en-GB" dirty="0" err="1">
                <a:cs typeface="Segoe UI"/>
              </a:rPr>
              <a:t>fun.c</a:t>
            </a:r>
            <a:r>
              <a:rPr lang="en-GB" dirty="0">
                <a:cs typeface="Segoe UI"/>
              </a:rPr>
              <a:t> to do something with the data (this can be anything)</a:t>
            </a:r>
          </a:p>
          <a:p>
            <a:pPr marL="457200" indent="-457200"/>
            <a:r>
              <a:rPr lang="en-GB" dirty="0">
                <a:cs typeface="Segoe UI"/>
              </a:rPr>
              <a:t>Complete the </a:t>
            </a:r>
            <a:r>
              <a:rPr lang="en-GB" dirty="0" err="1">
                <a:cs typeface="Segoe UI"/>
              </a:rPr>
              <a:t>init</a:t>
            </a:r>
            <a:r>
              <a:rPr lang="en-GB" dirty="0">
                <a:cs typeface="Segoe UI"/>
              </a:rPr>
              <a:t> function in </a:t>
            </a:r>
            <a:r>
              <a:rPr lang="en-GB" dirty="0" err="1">
                <a:cs typeface="Segoe UI"/>
              </a:rPr>
              <a:t>main.c</a:t>
            </a:r>
            <a:r>
              <a:rPr lang="en-GB" dirty="0">
                <a:cs typeface="Segoe UI"/>
              </a:rPr>
              <a:t> to initialise 3 'sensors'</a:t>
            </a:r>
          </a:p>
          <a:p>
            <a:pPr marL="457200" indent="-457200"/>
            <a:r>
              <a:rPr lang="en-GB" dirty="0">
                <a:cs typeface="Segoe UI"/>
              </a:rPr>
              <a:t>Complete the run function in </a:t>
            </a:r>
            <a:r>
              <a:rPr lang="en-GB" dirty="0" err="1">
                <a:cs typeface="Segoe UI"/>
              </a:rPr>
              <a:t>main.c</a:t>
            </a:r>
            <a:r>
              <a:rPr lang="en-GB" dirty="0">
                <a:cs typeface="Segoe UI"/>
              </a:rPr>
              <a:t> to read the sensors then run your function on the data</a:t>
            </a:r>
          </a:p>
          <a:p>
            <a:pPr marL="457200" indent="-457200"/>
            <a:r>
              <a:rPr lang="en-GB" dirty="0">
                <a:cs typeface="Segoe UI"/>
              </a:rPr>
              <a:t>Build your code using </a:t>
            </a:r>
            <a:r>
              <a:rPr lang="en-GB" dirty="0" err="1">
                <a:cs typeface="Segoe UI"/>
              </a:rPr>
              <a:t>gcc</a:t>
            </a:r>
            <a:r>
              <a:rPr lang="en-GB" dirty="0">
                <a:cs typeface="Segoe UI"/>
              </a:rPr>
              <a:t> (if you have it installed)</a:t>
            </a:r>
          </a:p>
          <a:p>
            <a:pPr marL="457200" indent="-457200"/>
            <a:endParaRPr lang="en-GB" dirty="0">
              <a:cs typeface="Segoe UI"/>
            </a:endParaRPr>
          </a:p>
          <a:p>
            <a:pPr marL="0" indent="0">
              <a:buNone/>
            </a:pPr>
            <a:r>
              <a:rPr lang="en-GB" dirty="0">
                <a:cs typeface="Segoe UI"/>
              </a:rPr>
              <a:t>Download the code skeleton from </a:t>
            </a:r>
            <a:r>
              <a:rPr lang="en-GB" dirty="0">
                <a:ea typeface="+mn-lt"/>
                <a:cs typeface="+mn-lt"/>
                <a:hlinkClick r:id="rId2"/>
              </a:rPr>
              <a:t>https://tgodfrey.com/sufst_workshop.zip</a:t>
            </a:r>
            <a:endParaRPr lang="en-GB" dirty="0">
              <a:cs typeface="Segoe UI"/>
            </a:endParaRPr>
          </a:p>
          <a:p>
            <a:pPr marL="457200" indent="-457200"/>
            <a:endParaRPr lang="en-GB" dirty="0">
              <a:cs typeface="Segoe UI"/>
            </a:endParaRPr>
          </a:p>
          <a:p>
            <a:pPr marL="0" indent="0">
              <a:buNone/>
            </a:pPr>
            <a:r>
              <a:rPr lang="en-GB" dirty="0">
                <a:cs typeface="Segoe UI"/>
              </a:rPr>
              <a:t>Do not change any function signatures unless it says you can! You can also download an example version from </a:t>
            </a:r>
            <a:r>
              <a:rPr lang="en-GB" dirty="0">
                <a:cs typeface="Segoe UI"/>
                <a:hlinkClick r:id="rId3"/>
              </a:rPr>
              <a:t>https://tgodfrey.com/sufst_workshop_working.zip</a:t>
            </a:r>
          </a:p>
        </p:txBody>
      </p:sp>
      <p:pic>
        <p:nvPicPr>
          <p:cNvPr id="4" name="Picture 3" descr="A qr code on a blue background&#10;&#10;Description automatically generated">
            <a:extLst>
              <a:ext uri="{FF2B5EF4-FFF2-40B4-BE49-F238E27FC236}">
                <a16:creationId xmlns:a16="http://schemas.microsoft.com/office/drawing/2014/main" id="{318A702C-CEB5-A939-4B99-4689055C2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3368" y="2573594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0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qr code on a blue background&#10;&#10;Description automatically generated">
            <a:extLst>
              <a:ext uri="{FF2B5EF4-FFF2-40B4-BE49-F238E27FC236}">
                <a16:creationId xmlns:a16="http://schemas.microsoft.com/office/drawing/2014/main" id="{3949ABF1-565B-AFDA-CB5C-B93D6F1CA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185" y="114479"/>
            <a:ext cx="6177347" cy="617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15037"/>
      </p:ext>
    </p:extLst>
  </p:cSld>
  <p:clrMapOvr>
    <a:masterClrMapping/>
  </p:clrMapOvr>
</p:sld>
</file>

<file path=ppt/theme/theme1.xml><?xml version="1.0" encoding="utf-8"?>
<a:theme xmlns:a="http://schemas.openxmlformats.org/drawingml/2006/main" name="SUFST Powerpoint theme v2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UFST - 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FST Powerpoint theme v2" id="{0F72DB12-3845-41FF-87BA-FBC01FBD3D43}" vid="{99A2E530-E4FA-484A-982B-49BBF20229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a5e5d02-b389-48c3-b86b-d2fef2170d1a">
      <UserInfo>
        <DisplayName>Ryan McDermott (rmm1g17)</DisplayName>
        <AccountId>142</AccountId>
        <AccountType/>
      </UserInfo>
      <UserInfo>
        <DisplayName>Evan Nichol (ern1g17)</DisplayName>
        <AccountId>14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E34C62109C634481834D2A1EA030BF" ma:contentTypeVersion="9" ma:contentTypeDescription="Create a new document." ma:contentTypeScope="" ma:versionID="3767489c4fa7601966c2a925f8b1600c">
  <xsd:schema xmlns:xsd="http://www.w3.org/2001/XMLSchema" xmlns:xs="http://www.w3.org/2001/XMLSchema" xmlns:p="http://schemas.microsoft.com/office/2006/metadata/properties" xmlns:ns2="2a5e5d02-b389-48c3-b86b-d2fef2170d1a" xmlns:ns3="e94b8f06-a872-4413-893a-7890e50c7498" targetNamespace="http://schemas.microsoft.com/office/2006/metadata/properties" ma:root="true" ma:fieldsID="13bbdd14060b519c91aed1e762d76ad6" ns2:_="" ns3:_="">
    <xsd:import namespace="2a5e5d02-b389-48c3-b86b-d2fef2170d1a"/>
    <xsd:import namespace="e94b8f06-a872-4413-893a-7890e50c7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e5d02-b389-48c3-b86b-d2fef2170d1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b8f06-a872-4413-893a-7890e50c7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38971F-4119-4F92-94C5-36D605FFB0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F8692F-B375-4B8B-97B6-A6B4E19DEC9B}">
  <ds:schemaRefs>
    <ds:schemaRef ds:uri="2a5e5d02-b389-48c3-b86b-d2fef2170d1a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e94b8f06-a872-4413-893a-7890e50c749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622AC51-3E8B-46E3-9FE6-4FB3EE8DD1CA}">
  <ds:schemaRefs>
    <ds:schemaRef ds:uri="2a5e5d02-b389-48c3-b86b-d2fef2170d1a"/>
    <ds:schemaRef ds:uri="e94b8f06-a872-4413-893a-7890e50c74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SUFST Powerpoint theme v2</Template>
  <TotalTime>120</TotalTime>
  <Words>166</Words>
  <Application>Microsoft Office PowerPoint</Application>
  <PresentationFormat>Widescreen</PresentationFormat>
  <Paragraphs>15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Light</vt:lpstr>
      <vt:lpstr>Segoe UI Semilight</vt:lpstr>
      <vt:lpstr>SUFST Powerpoint theme v2</vt:lpstr>
      <vt:lpstr>Software Workshop</vt:lpstr>
      <vt:lpstr>What you have to do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Max</dc:creator>
  <cp:lastModifiedBy>Marek Frodyma (mf2g20)</cp:lastModifiedBy>
  <cp:revision>269</cp:revision>
  <dcterms:created xsi:type="dcterms:W3CDTF">2020-09-30T12:18:42Z</dcterms:created>
  <dcterms:modified xsi:type="dcterms:W3CDTF">2023-10-05T17:46:08Z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mplianceAssetId">
    <vt:lpwstr/>
  </property>
  <property fmtid="{D5CDD505-2E9C-101B-9397-08002B2CF9AE}" pid="4" name="TriggerFlowInfo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xd_Signature">
    <vt:lpwstr/>
  </property>
  <property fmtid="{D5CDD505-2E9C-101B-9397-08002B2CF9AE}" pid="8" name="xd_ProgID">
    <vt:lpwstr/>
  </property>
  <property fmtid="{D5CDD505-2E9C-101B-9397-08002B2CF9AE}" pid="9" name="ContentTypeId">
    <vt:lpwstr>0x010100AAE34C62109C634481834D2A1EA030BF</vt:lpwstr>
  </property>
  <property fmtid="{D5CDD505-2E9C-101B-9397-08002B2CF9AE}" pid="10" name="Order">
    <vt:lpwstr>1148300.00000000</vt:lpwstr>
  </property>
  <property fmtid="{D5CDD505-2E9C-101B-9397-08002B2CF9AE}" pid="11" name="_SharedFileIndex">
    <vt:lpwstr/>
  </property>
  <property fmtid="{D5CDD505-2E9C-101B-9397-08002B2CF9AE}" pid="12" name="_SourceUrl">
    <vt:lpwstr/>
  </property>
</Properties>
</file>